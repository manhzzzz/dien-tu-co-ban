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sldIdLst>
    <p:sldId id="283" r:id="rId5"/>
    <p:sldId id="284" r:id="rId6"/>
    <p:sldId id="285" r:id="rId7"/>
    <p:sldId id="286" r:id="rId8"/>
    <p:sldId id="287" r:id="rId9"/>
    <p:sldId id="288" r:id="rId10"/>
    <p:sldId id="289" r:id="rId11"/>
    <p:sldId id="290" r:id="rId12"/>
    <p:sldId id="291" r:id="rId13"/>
    <p:sldId id="292" r:id="rId14"/>
    <p:sldId id="293" r:id="rId15"/>
    <p:sldId id="294" r:id="rId16"/>
    <p:sldId id="295" r:id="rId17"/>
    <p:sldId id="296" r:id="rId18"/>
    <p:sldId id="297" r:id="rId19"/>
    <p:sldId id="298" r:id="rId20"/>
    <p:sldId id="299" r:id="rId21"/>
    <p:sldId id="310" r:id="rId22"/>
    <p:sldId id="311" r:id="rId23"/>
    <p:sldId id="300" r:id="rId24"/>
    <p:sldId id="301" r:id="rId25"/>
    <p:sldId id="302" r:id="rId26"/>
    <p:sldId id="303" r:id="rId27"/>
    <p:sldId id="304" r:id="rId28"/>
    <p:sldId id="305" r:id="rId29"/>
    <p:sldId id="306" r:id="rId30"/>
    <p:sldId id="307" r:id="rId31"/>
    <p:sldId id="308" r:id="rId32"/>
    <p:sldId id="30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3A2F"/>
    <a:srgbClr val="474134"/>
    <a:srgbClr val="554D3D"/>
    <a:srgbClr val="595515"/>
    <a:srgbClr val="5A532C"/>
    <a:srgbClr val="5B542C"/>
    <a:srgbClr val="59522B"/>
    <a:srgbClr val="5D562D"/>
    <a:srgbClr val="655D31"/>
    <a:srgbClr val="6B6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79" autoAdjust="0"/>
  </p:normalViewPr>
  <p:slideViewPr>
    <p:cSldViewPr snapToGrid="0" showGuides="1">
      <p:cViewPr varScale="1">
        <p:scale>
          <a:sx n="84" d="100"/>
          <a:sy n="84" d="100"/>
        </p:scale>
        <p:origin x="658" y="77"/>
      </p:cViewPr>
      <p:guideLst>
        <p:guide orient="horz" pos="21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A26648-F114-4402-B049-AA57EA7F2020}" type="datetimeFigureOut">
              <a:rPr lang="en-US" smtClean="0"/>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2815FE-BC4D-474E-9AA3-6983BC3D8777}" type="slidenum">
              <a:rPr lang="en-US" smtClean="0"/>
              <a:t>‹#›</a:t>
            </a:fld>
            <a:endParaRPr lang="en-US"/>
          </a:p>
        </p:txBody>
      </p:sp>
    </p:spTree>
    <p:extLst>
      <p:ext uri="{BB962C8B-B14F-4D97-AF65-F5344CB8AC3E}">
        <p14:creationId xmlns:p14="http://schemas.microsoft.com/office/powerpoint/2010/main" val="3613559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0177DF1D-D731-86FC-22F9-00221AD8C227}"/>
              </a:ext>
            </a:extLst>
          </p:cNvPr>
          <p:cNvSpPr>
            <a:spLocks noGrp="1"/>
          </p:cNvSpPr>
          <p:nvPr>
            <p:ph type="pic" sz="quarter" idx="10"/>
          </p:nvPr>
        </p:nvSpPr>
        <p:spPr>
          <a:xfrm>
            <a:off x="1289143" y="440217"/>
            <a:ext cx="9613711" cy="2327086"/>
          </a:xfrm>
          <a:ln w="15875">
            <a:solidFill>
              <a:schemeClr val="accent1"/>
            </a:solidFill>
          </a:ln>
        </p:spPr>
        <p:txBody>
          <a:bodyPr anchor="ctr">
            <a:noAutofit/>
          </a:bodyPr>
          <a:lstStyle>
            <a:lvl1pPr marL="0" indent="0" algn="ctr">
              <a:buNone/>
              <a:defRPr>
                <a:solidFill>
                  <a:schemeClr val="accent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C7A4FE67-D925-EFE3-2BA5-C28DA7C030D8}"/>
              </a:ext>
            </a:extLst>
          </p:cNvPr>
          <p:cNvSpPr>
            <a:spLocks noGrp="1"/>
          </p:cNvSpPr>
          <p:nvPr>
            <p:ph type="ctrTitle"/>
          </p:nvPr>
        </p:nvSpPr>
        <p:spPr>
          <a:xfrm>
            <a:off x="1143000" y="3236976"/>
            <a:ext cx="6867144" cy="2386584"/>
          </a:xfrm>
        </p:spPr>
        <p:txBody>
          <a:bodyPr anchor="b">
            <a:noAutofit/>
          </a:bodyPr>
          <a:lstStyle>
            <a:lvl1pPr algn="l">
              <a:defRPr sz="66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33D58524-513B-3FD2-4ED0-CB0CA3A3DF58}"/>
              </a:ext>
            </a:extLst>
          </p:cNvPr>
          <p:cNvSpPr>
            <a:spLocks noGrp="1"/>
          </p:cNvSpPr>
          <p:nvPr>
            <p:ph type="subTitle" idx="1"/>
          </p:nvPr>
        </p:nvSpPr>
        <p:spPr>
          <a:xfrm>
            <a:off x="6327648" y="5971032"/>
            <a:ext cx="3776472" cy="530352"/>
          </a:xfrm>
        </p:spPr>
        <p:txBody>
          <a:bodyPr>
            <a:noAutofit/>
          </a:bodyPr>
          <a:lstStyle>
            <a:lvl1pPr marL="0" indent="0" algn="ctr">
              <a:buNone/>
              <a:defRPr sz="2000">
                <a:solidFill>
                  <a:schemeClr val="accent1"/>
                </a:solidFill>
                <a:latin typeface="Gill Sans Nova Light" panose="020B03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8" name="Straight Connector 7">
            <a:extLst>
              <a:ext uri="{FF2B5EF4-FFF2-40B4-BE49-F238E27FC236}">
                <a16:creationId xmlns:a16="http://schemas.microsoft.com/office/drawing/2014/main" id="{AAA2A54F-058C-EF24-C892-91614AF2D7E8}"/>
              </a:ext>
            </a:extLst>
          </p:cNvPr>
          <p:cNvCxnSpPr>
            <a:cxnSpLocks/>
          </p:cNvCxnSpPr>
          <p:nvPr userDrawn="1"/>
        </p:nvCxnSpPr>
        <p:spPr>
          <a:xfrm flipV="1">
            <a:off x="398367"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A313A15-57C2-5BD9-DE2B-442792010C50}"/>
              </a:ext>
            </a:extLst>
          </p:cNvPr>
          <p:cNvCxnSpPr>
            <a:cxnSpLocks/>
          </p:cNvCxnSpPr>
          <p:nvPr userDrawn="1"/>
        </p:nvCxnSpPr>
        <p:spPr>
          <a:xfrm flipV="1">
            <a:off x="11793633"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D750DB-651A-3C95-E822-712897C2D5A4}"/>
              </a:ext>
            </a:extLst>
          </p:cNvPr>
          <p:cNvCxnSpPr>
            <a:cxnSpLocks/>
          </p:cNvCxnSpPr>
          <p:nvPr userDrawn="1"/>
        </p:nvCxnSpPr>
        <p:spPr>
          <a:xfrm>
            <a:off x="398366" y="3226467"/>
            <a:ext cx="11395267" cy="443"/>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136281F-EE75-A92A-B85E-00B02B5C0B67}"/>
              </a:ext>
            </a:extLst>
          </p:cNvPr>
          <p:cNvCxnSpPr>
            <a:cxnSpLocks/>
          </p:cNvCxnSpPr>
          <p:nvPr userDrawn="1"/>
        </p:nvCxnSpPr>
        <p:spPr>
          <a:xfrm>
            <a:off x="-11430" y="6165891"/>
            <a:ext cx="633979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5B98AA9-64E2-C5F9-3E90-D02F312EDC52}"/>
              </a:ext>
            </a:extLst>
          </p:cNvPr>
          <p:cNvCxnSpPr>
            <a:cxnSpLocks/>
          </p:cNvCxnSpPr>
          <p:nvPr userDrawn="1"/>
        </p:nvCxnSpPr>
        <p:spPr>
          <a:xfrm>
            <a:off x="10103564" y="6165891"/>
            <a:ext cx="208843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440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5495544" y="0"/>
            <a:ext cx="4370832" cy="2194560"/>
          </a:xfrm>
        </p:spPr>
        <p:txBody>
          <a:bodyPr/>
          <a:lstStyle>
            <a:lvl1pPr algn="l">
              <a:defRPr sz="72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4A61420-31F3-2DF5-A319-19A8896350EA}"/>
              </a:ext>
            </a:extLst>
          </p:cNvPr>
          <p:cNvSpPr>
            <a:spLocks noGrp="1"/>
          </p:cNvSpPr>
          <p:nvPr>
            <p:ph type="pic" sz="quarter" idx="13"/>
          </p:nvPr>
        </p:nvSpPr>
        <p:spPr>
          <a:xfrm>
            <a:off x="1" y="3810"/>
            <a:ext cx="4856184" cy="6850379"/>
          </a:xfrm>
          <a:ln w="15875">
            <a:solidFill>
              <a:schemeClr val="tx1"/>
            </a:solidFill>
          </a:ln>
        </p:spPr>
        <p:txBody>
          <a:bodyPr/>
          <a:lstStyle/>
          <a:p>
            <a:r>
              <a:rPr lang="en-US"/>
              <a:t>Click icon to add picture</a:t>
            </a:r>
            <a:endParaRPr lang="en-US" dirty="0"/>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4856185" y="2212849"/>
            <a:ext cx="7335814" cy="4645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16354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32D5F1B-4B4F-5C42-0EFC-AE54D2C4EC2F}"/>
              </a:ext>
            </a:extLst>
          </p:cNvPr>
          <p:cNvSpPr>
            <a:spLocks noGrp="1"/>
          </p:cNvSpPr>
          <p:nvPr>
            <p:ph type="pic" sz="quarter" idx="10"/>
          </p:nvPr>
        </p:nvSpPr>
        <p:spPr>
          <a:xfrm>
            <a:off x="0" y="0"/>
            <a:ext cx="12192000" cy="6858000"/>
          </a:xfrm>
          <a:solidFill>
            <a:schemeClr val="accent2">
              <a:lumMod val="40000"/>
              <a:lumOff val="60000"/>
            </a:schemeClr>
          </a:solidFill>
        </p:spPr>
        <p:txBody>
          <a:bodyPr/>
          <a:lstStyle>
            <a:lvl1pPr marL="0" indent="0">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FE63A1AE-C2A2-3984-EE25-E51E8DD651B1}"/>
              </a:ext>
            </a:extLst>
          </p:cNvPr>
          <p:cNvSpPr>
            <a:spLocks noGrp="1"/>
          </p:cNvSpPr>
          <p:nvPr>
            <p:ph type="title"/>
          </p:nvPr>
        </p:nvSpPr>
        <p:spPr>
          <a:xfrm>
            <a:off x="1508760" y="1188720"/>
            <a:ext cx="9171432" cy="4480560"/>
          </a:xfrm>
          <a:ln w="15875">
            <a:solidFill>
              <a:schemeClr val="accent1"/>
            </a:solidFill>
          </a:ln>
        </p:spPr>
        <p:txBody>
          <a:bodyPr lIns="365760" bIns="640080" anchor="ctr"/>
          <a:lstStyle>
            <a:lvl1pPr>
              <a:defRPr sz="7200">
                <a:solidFill>
                  <a:schemeClr val="accent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27A141F-6D41-3734-9073-FB0B24ECBB3C}"/>
              </a:ext>
            </a:extLst>
          </p:cNvPr>
          <p:cNvSpPr>
            <a:spLocks noGrp="1"/>
          </p:cNvSpPr>
          <p:nvPr>
            <p:ph type="body" idx="1"/>
          </p:nvPr>
        </p:nvSpPr>
        <p:spPr>
          <a:xfrm>
            <a:off x="6665976" y="5102352"/>
            <a:ext cx="2889504" cy="365760"/>
          </a:xfrm>
        </p:spPr>
        <p:txBody>
          <a:bodyPr/>
          <a:lstStyle>
            <a:lvl1pPr marL="0" indent="0" algn="ctr">
              <a:lnSpc>
                <a:spcPct val="100000"/>
              </a:lnSpc>
              <a:spcBef>
                <a:spcPts val="0"/>
              </a:spcBef>
              <a:buNone/>
              <a:defRPr sz="18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41374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picture">
    <p:bg>
      <p:bgPr>
        <a:solidFill>
          <a:schemeClr val="accent4">
            <a:lumMod val="50000"/>
          </a:schemeClr>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B66CC86A-5147-8A3A-D69B-E3F6DBACAE98}"/>
              </a:ext>
            </a:extLst>
          </p:cNvPr>
          <p:cNvSpPr>
            <a:spLocks noGrp="1"/>
          </p:cNvSpPr>
          <p:nvPr>
            <p:ph type="pic" sz="quarter" idx="13"/>
          </p:nvPr>
        </p:nvSpPr>
        <p:spPr>
          <a:xfrm>
            <a:off x="1636301" y="928122"/>
            <a:ext cx="3251199" cy="5001754"/>
          </a:xfrm>
          <a:ln w="15875">
            <a:solidFill>
              <a:schemeClr val="accent1"/>
            </a:solidFill>
          </a:ln>
        </p:spPr>
        <p:txBody>
          <a:bodyPr anchor="ctr"/>
          <a:lstStyle>
            <a:lvl1pPr marL="0" indent="0" algn="ctr">
              <a:buNone/>
              <a:defRPr>
                <a:solidFill>
                  <a:schemeClr val="accent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6400800" y="1225296"/>
            <a:ext cx="4718304" cy="1645920"/>
          </a:xfrm>
        </p:spPr>
        <p:txBody>
          <a:bodyPr/>
          <a:lstStyle>
            <a:lvl1pPr>
              <a:defRPr baseline="0">
                <a:solidFill>
                  <a:schemeClr val="accent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6400800" y="2898648"/>
            <a:ext cx="4370832" cy="2029968"/>
          </a:xfrm>
        </p:spPr>
        <p:txBody>
          <a:bodyPr/>
          <a:lstStyle>
            <a:lvl1pPr marL="0" indent="0">
              <a:lnSpc>
                <a:spcPct val="100000"/>
              </a:lnSpc>
              <a:buNone/>
              <a:defRPr sz="1800">
                <a:solidFill>
                  <a:schemeClr val="accent1"/>
                </a:solidFill>
              </a:defRPr>
            </a:lvl1pPr>
            <a:lvl2pPr marL="566928" indent="-283464">
              <a:lnSpc>
                <a:spcPct val="100000"/>
              </a:lnSpc>
              <a:buFont typeface="Wingdings" panose="05000000000000000000" pitchFamily="2" charset="2"/>
              <a:buChar char="§"/>
              <a:defRPr sz="1600">
                <a:solidFill>
                  <a:schemeClr val="accent1"/>
                </a:solidFill>
              </a:defRPr>
            </a:lvl2pPr>
            <a:lvl3pPr marL="850392" indent="-283464">
              <a:lnSpc>
                <a:spcPct val="100000"/>
              </a:lnSpc>
              <a:buFont typeface="Wingdings" panose="05000000000000000000" pitchFamily="2" charset="2"/>
              <a:buChar char="§"/>
              <a:defRPr sz="1400">
                <a:solidFill>
                  <a:schemeClr val="accent1"/>
                </a:solidFill>
              </a:defRPr>
            </a:lvl3pPr>
            <a:lvl4pPr marL="1133856" indent="-283464">
              <a:lnSpc>
                <a:spcPct val="100000"/>
              </a:lnSpc>
              <a:buFont typeface="Wingdings" panose="05000000000000000000" pitchFamily="2" charset="2"/>
              <a:buChar char="§"/>
              <a:defRPr sz="1200">
                <a:solidFill>
                  <a:schemeClr val="accent1"/>
                </a:solidFill>
              </a:defRPr>
            </a:lvl4pPr>
            <a:lvl5pPr marL="1417320" indent="-283464">
              <a:lnSpc>
                <a:spcPct val="100000"/>
              </a:lnSpc>
              <a:buFont typeface="Wingdings" panose="05000000000000000000" pitchFamily="2" charset="2"/>
              <a:buChar char="§"/>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8" name="Straight Connector 7">
            <a:extLst>
              <a:ext uri="{FF2B5EF4-FFF2-40B4-BE49-F238E27FC236}">
                <a16:creationId xmlns:a16="http://schemas.microsoft.com/office/drawing/2014/main" id="{011CC225-384C-A7E8-AFBF-89D35684100D}"/>
              </a:ext>
            </a:extLst>
          </p:cNvPr>
          <p:cNvCxnSpPr>
            <a:cxnSpLocks/>
          </p:cNvCxnSpPr>
          <p:nvPr userDrawn="1"/>
        </p:nvCxnSpPr>
        <p:spPr>
          <a:xfrm>
            <a:off x="0" y="395159"/>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59E07A8-FF17-EE00-CEAE-9071F30D748F}"/>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352F90E-8B45-B50A-6BB9-250D96DE376E}"/>
              </a:ext>
            </a:extLst>
          </p:cNvPr>
          <p:cNvCxnSpPr>
            <a:cxnSpLocks/>
          </p:cNvCxnSpPr>
          <p:nvPr userDrawn="1"/>
        </p:nvCxnSpPr>
        <p:spPr>
          <a:xfrm flipV="1">
            <a:off x="398367"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915D5E-49E8-33A0-1B5E-9B7880A4BC60}"/>
              </a:ext>
            </a:extLst>
          </p:cNvPr>
          <p:cNvCxnSpPr>
            <a:cxnSpLocks/>
          </p:cNvCxnSpPr>
          <p:nvPr userDrawn="1"/>
        </p:nvCxnSpPr>
        <p:spPr>
          <a:xfrm flipV="1">
            <a:off x="11793633"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56D179-21F4-E208-F1F2-385E53DC3F00}"/>
              </a:ext>
            </a:extLst>
          </p:cNvPr>
          <p:cNvCxnSpPr>
            <a:cxnSpLocks/>
          </p:cNvCxnSpPr>
          <p:nvPr userDrawn="1"/>
        </p:nvCxnSpPr>
        <p:spPr>
          <a:xfrm flipV="1">
            <a:off x="6096000" y="395159"/>
            <a:ext cx="0" cy="6044326"/>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45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2039112" y="54864"/>
            <a:ext cx="8165592" cy="969264"/>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987552" y="1444752"/>
            <a:ext cx="10287000" cy="4562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p>
            <a:r>
              <a:rPr lang="en-US" dirty="0"/>
              <a:t>presentation title</a:t>
            </a:r>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p>
            <a:r>
              <a:rPr lang="en-US"/>
              <a:t>20XX</a:t>
            </a:r>
            <a:endParaRPr lang="en-US" dirty="0"/>
          </a:p>
        </p:txBody>
      </p:sp>
      <p:cxnSp>
        <p:nvCxnSpPr>
          <p:cNvPr id="8" name="Straight Connector 7">
            <a:extLst>
              <a:ext uri="{FF2B5EF4-FFF2-40B4-BE49-F238E27FC236}">
                <a16:creationId xmlns:a16="http://schemas.microsoft.com/office/drawing/2014/main" id="{61B47E35-6C3A-C32C-9037-4D421B7FAE15}"/>
              </a:ext>
            </a:extLst>
          </p:cNvPr>
          <p:cNvCxnSpPr>
            <a:cxnSpLocks/>
          </p:cNvCxnSpPr>
          <p:nvPr userDrawn="1"/>
        </p:nvCxnSpPr>
        <p:spPr>
          <a:xfrm>
            <a:off x="398366" y="103195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8DBFA4F-F38F-EF0F-7457-5210BB03F444}"/>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68DEE4A-F4AB-FB9A-FDD7-3AFBB5A2740B}"/>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C921DE1-D458-FC03-01B4-9ECBDF8B6F27}"/>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9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640080" y="466344"/>
            <a:ext cx="3236976" cy="996696"/>
          </a:xfrm>
        </p:spPr>
        <p:txBody>
          <a:bodyPr/>
          <a:lstStyle>
            <a:lvl1pPr>
              <a:defRPr>
                <a:solidFill>
                  <a:schemeClr val="accent1"/>
                </a:solidFill>
              </a:defRPr>
            </a:lvl1pPr>
          </a:lstStyle>
          <a:p>
            <a:r>
              <a:rPr lang="en-US"/>
              <a:t>Click to edit Master title style</a:t>
            </a:r>
            <a:endParaRPr lang="en-US" dirty="0"/>
          </a:p>
        </p:txBody>
      </p:sp>
      <p:sp>
        <p:nvSpPr>
          <p:cNvPr id="19" name="Text Placeholder 2">
            <a:extLst>
              <a:ext uri="{FF2B5EF4-FFF2-40B4-BE49-F238E27FC236}">
                <a16:creationId xmlns:a16="http://schemas.microsoft.com/office/drawing/2014/main" id="{CB1722C2-4C66-F8BA-B3DD-6199116EFB25}"/>
              </a:ext>
            </a:extLst>
          </p:cNvPr>
          <p:cNvSpPr>
            <a:spLocks noGrp="1"/>
          </p:cNvSpPr>
          <p:nvPr>
            <p:ph type="body" idx="1"/>
          </p:nvPr>
        </p:nvSpPr>
        <p:spPr>
          <a:xfrm>
            <a:off x="630936"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ext Placeholder 2">
            <a:extLst>
              <a:ext uri="{FF2B5EF4-FFF2-40B4-BE49-F238E27FC236}">
                <a16:creationId xmlns:a16="http://schemas.microsoft.com/office/drawing/2014/main" id="{EEF857FA-9C5E-BED3-1ABB-A734EE39340B}"/>
              </a:ext>
            </a:extLst>
          </p:cNvPr>
          <p:cNvSpPr>
            <a:spLocks noGrp="1"/>
          </p:cNvSpPr>
          <p:nvPr>
            <p:ph type="body" idx="14"/>
          </p:nvPr>
        </p:nvSpPr>
        <p:spPr>
          <a:xfrm>
            <a:off x="3584448"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F990F14B-1D1F-AA8D-BB23-FA8F7EEF666B}"/>
              </a:ext>
            </a:extLst>
          </p:cNvPr>
          <p:cNvSpPr>
            <a:spLocks noGrp="1"/>
          </p:cNvSpPr>
          <p:nvPr>
            <p:ph type="body" idx="15"/>
          </p:nvPr>
        </p:nvSpPr>
        <p:spPr>
          <a:xfrm>
            <a:off x="6483096"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7D1D0610-E513-F5EA-0393-622F692CA0F2}"/>
              </a:ext>
            </a:extLst>
          </p:cNvPr>
          <p:cNvSpPr>
            <a:spLocks noGrp="1"/>
          </p:cNvSpPr>
          <p:nvPr>
            <p:ph type="body" sz="quarter" idx="3"/>
          </p:nvPr>
        </p:nvSpPr>
        <p:spPr>
          <a:xfrm>
            <a:off x="9528048"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68F906E4-47B1-BEE5-E30F-146C6869BF2D}"/>
              </a:ext>
            </a:extLst>
          </p:cNvPr>
          <p:cNvSpPr>
            <a:spLocks noGrp="1"/>
          </p:cNvSpPr>
          <p:nvPr>
            <p:ph type="body" idx="17"/>
          </p:nvPr>
        </p:nvSpPr>
        <p:spPr>
          <a:xfrm>
            <a:off x="630936"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5C6EFDC5-2080-3126-AB93-FB89817B2C28}"/>
              </a:ext>
            </a:extLst>
          </p:cNvPr>
          <p:cNvSpPr>
            <a:spLocks noGrp="1"/>
          </p:cNvSpPr>
          <p:nvPr>
            <p:ph type="body" idx="19"/>
          </p:nvPr>
        </p:nvSpPr>
        <p:spPr>
          <a:xfrm>
            <a:off x="3584448"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D6CD9CDA-E122-F6EB-30B5-26D7E17771AB}"/>
              </a:ext>
            </a:extLst>
          </p:cNvPr>
          <p:cNvSpPr>
            <a:spLocks noGrp="1"/>
          </p:cNvSpPr>
          <p:nvPr>
            <p:ph type="body" idx="20"/>
          </p:nvPr>
        </p:nvSpPr>
        <p:spPr>
          <a:xfrm>
            <a:off x="6483096"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4">
            <a:extLst>
              <a:ext uri="{FF2B5EF4-FFF2-40B4-BE49-F238E27FC236}">
                <a16:creationId xmlns:a16="http://schemas.microsoft.com/office/drawing/2014/main" id="{3BF37293-4E33-5570-29ED-04EB525DD199}"/>
              </a:ext>
            </a:extLst>
          </p:cNvPr>
          <p:cNvSpPr>
            <a:spLocks noGrp="1"/>
          </p:cNvSpPr>
          <p:nvPr>
            <p:ph type="body" sz="quarter" idx="18"/>
          </p:nvPr>
        </p:nvSpPr>
        <p:spPr>
          <a:xfrm>
            <a:off x="9528048"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Picture Placeholder 31">
            <a:extLst>
              <a:ext uri="{FF2B5EF4-FFF2-40B4-BE49-F238E27FC236}">
                <a16:creationId xmlns:a16="http://schemas.microsoft.com/office/drawing/2014/main" id="{87F13219-232C-C38C-7D86-D48FAC7D8270}"/>
              </a:ext>
            </a:extLst>
          </p:cNvPr>
          <p:cNvSpPr>
            <a:spLocks noGrp="1"/>
          </p:cNvSpPr>
          <p:nvPr>
            <p:ph type="pic" sz="quarter" idx="22"/>
          </p:nvPr>
        </p:nvSpPr>
        <p:spPr>
          <a:xfrm>
            <a:off x="740664"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33" name="Picture Placeholder 31">
            <a:extLst>
              <a:ext uri="{FF2B5EF4-FFF2-40B4-BE49-F238E27FC236}">
                <a16:creationId xmlns:a16="http://schemas.microsoft.com/office/drawing/2014/main" id="{F8C639A8-0897-2015-9829-94E98335DF21}"/>
              </a:ext>
            </a:extLst>
          </p:cNvPr>
          <p:cNvSpPr>
            <a:spLocks noGrp="1"/>
          </p:cNvSpPr>
          <p:nvPr>
            <p:ph type="pic" sz="quarter" idx="23"/>
          </p:nvPr>
        </p:nvSpPr>
        <p:spPr>
          <a:xfrm>
            <a:off x="3685032"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34" name="Picture Placeholder 31">
            <a:extLst>
              <a:ext uri="{FF2B5EF4-FFF2-40B4-BE49-F238E27FC236}">
                <a16:creationId xmlns:a16="http://schemas.microsoft.com/office/drawing/2014/main" id="{6CBA6ABC-D5D1-9758-59EA-8DE549CC612D}"/>
              </a:ext>
            </a:extLst>
          </p:cNvPr>
          <p:cNvSpPr>
            <a:spLocks noGrp="1"/>
          </p:cNvSpPr>
          <p:nvPr>
            <p:ph type="pic" sz="quarter" idx="24"/>
          </p:nvPr>
        </p:nvSpPr>
        <p:spPr>
          <a:xfrm>
            <a:off x="6601968"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36" name="Picture Placeholder 31">
            <a:extLst>
              <a:ext uri="{FF2B5EF4-FFF2-40B4-BE49-F238E27FC236}">
                <a16:creationId xmlns:a16="http://schemas.microsoft.com/office/drawing/2014/main" id="{40E68EB8-B0D8-E5D4-CE19-45219E4D7038}"/>
              </a:ext>
            </a:extLst>
          </p:cNvPr>
          <p:cNvSpPr>
            <a:spLocks noGrp="1"/>
          </p:cNvSpPr>
          <p:nvPr>
            <p:ph type="pic" sz="quarter" idx="26"/>
          </p:nvPr>
        </p:nvSpPr>
        <p:spPr>
          <a:xfrm>
            <a:off x="9546336"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cxnSp>
        <p:nvCxnSpPr>
          <p:cNvPr id="17" name="Straight Connector 16">
            <a:extLst>
              <a:ext uri="{FF2B5EF4-FFF2-40B4-BE49-F238E27FC236}">
                <a16:creationId xmlns:a16="http://schemas.microsoft.com/office/drawing/2014/main" id="{0E26C148-CFEE-21C0-96F3-EBC299FD2285}"/>
              </a:ext>
            </a:extLst>
          </p:cNvPr>
          <p:cNvCxnSpPr>
            <a:cxnSpLocks/>
          </p:cNvCxnSpPr>
          <p:nvPr userDrawn="1"/>
        </p:nvCxnSpPr>
        <p:spPr>
          <a:xfrm>
            <a:off x="6585357" y="2355475"/>
            <a:ext cx="1925203"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5BFA673-0676-EDA2-B7AA-6FA05B486C17}"/>
              </a:ext>
            </a:extLst>
          </p:cNvPr>
          <p:cNvCxnSpPr>
            <a:cxnSpLocks/>
          </p:cNvCxnSpPr>
          <p:nvPr userDrawn="1"/>
        </p:nvCxnSpPr>
        <p:spPr>
          <a:xfrm>
            <a:off x="9628632" y="2361693"/>
            <a:ext cx="192938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5B0A4BB-506D-F90C-BF18-B86999FDC27A}"/>
              </a:ext>
            </a:extLst>
          </p:cNvPr>
          <p:cNvCxnSpPr>
            <a:cxnSpLocks/>
          </p:cNvCxnSpPr>
          <p:nvPr userDrawn="1"/>
        </p:nvCxnSpPr>
        <p:spPr>
          <a:xfrm>
            <a:off x="729735" y="2354726"/>
            <a:ext cx="192938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E4F1002-8ECA-FF8D-84D1-D74BB9C00127}"/>
              </a:ext>
            </a:extLst>
          </p:cNvPr>
          <p:cNvCxnSpPr>
            <a:cxnSpLocks/>
          </p:cNvCxnSpPr>
          <p:nvPr userDrawn="1"/>
        </p:nvCxnSpPr>
        <p:spPr>
          <a:xfrm>
            <a:off x="3672459" y="2349116"/>
            <a:ext cx="192938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9" name="Straight Connector 8">
            <a:extLst>
              <a:ext uri="{FF2B5EF4-FFF2-40B4-BE49-F238E27FC236}">
                <a16:creationId xmlns:a16="http://schemas.microsoft.com/office/drawing/2014/main" id="{C60493A2-A97C-AF3D-B912-358EF45F61BD}"/>
              </a:ext>
            </a:extLst>
          </p:cNvPr>
          <p:cNvCxnSpPr>
            <a:cxnSpLocks/>
          </p:cNvCxnSpPr>
          <p:nvPr userDrawn="1"/>
        </p:nvCxnSpPr>
        <p:spPr>
          <a:xfrm>
            <a:off x="3866404" y="929468"/>
            <a:ext cx="832559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35BFB79-CBB3-07C6-9054-B6A67EB74CD0}"/>
              </a:ext>
            </a:extLst>
          </p:cNvPr>
          <p:cNvCxnSpPr>
            <a:cxnSpLocks/>
          </p:cNvCxnSpPr>
          <p:nvPr userDrawn="1"/>
        </p:nvCxnSpPr>
        <p:spPr>
          <a:xfrm>
            <a:off x="0" y="397080"/>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D070E1-5B92-2362-47F1-B8BCB4EFFA48}"/>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6930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2039112" y="192024"/>
            <a:ext cx="8165592" cy="722376"/>
          </a:xfrm>
        </p:spPr>
        <p:txBody>
          <a:bodyPr/>
          <a:lstStyle>
            <a:lvl1pPr algn="ctr">
              <a:defRPr>
                <a:solidFill>
                  <a:schemeClr val="accent1"/>
                </a:solidFill>
              </a:defRPr>
            </a:lvl1pPr>
          </a:lstStyle>
          <a:p>
            <a:r>
              <a:rPr lang="en-US"/>
              <a:t>Click to edit Master title style</a:t>
            </a:r>
            <a:endParaRPr lang="en-US" dirty="0"/>
          </a:p>
        </p:txBody>
      </p:sp>
      <p:sp>
        <p:nvSpPr>
          <p:cNvPr id="32" name="Picture Placeholder 31">
            <a:extLst>
              <a:ext uri="{FF2B5EF4-FFF2-40B4-BE49-F238E27FC236}">
                <a16:creationId xmlns:a16="http://schemas.microsoft.com/office/drawing/2014/main" id="{87F13219-232C-C38C-7D86-D48FAC7D8270}"/>
              </a:ext>
            </a:extLst>
          </p:cNvPr>
          <p:cNvSpPr>
            <a:spLocks noGrp="1"/>
          </p:cNvSpPr>
          <p:nvPr>
            <p:ph type="pic" sz="quarter" idx="22"/>
          </p:nvPr>
        </p:nvSpPr>
        <p:spPr>
          <a:xfrm>
            <a:off x="1101852"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19" name="Text Placeholder 2">
            <a:extLst>
              <a:ext uri="{FF2B5EF4-FFF2-40B4-BE49-F238E27FC236}">
                <a16:creationId xmlns:a16="http://schemas.microsoft.com/office/drawing/2014/main" id="{CB1722C2-4C66-F8BA-B3DD-6199116EFB25}"/>
              </a:ext>
            </a:extLst>
          </p:cNvPr>
          <p:cNvSpPr>
            <a:spLocks noGrp="1"/>
          </p:cNvSpPr>
          <p:nvPr>
            <p:ph type="body" idx="1"/>
          </p:nvPr>
        </p:nvSpPr>
        <p:spPr>
          <a:xfrm>
            <a:off x="992124"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68F906E4-47B1-BEE5-E30F-146C6869BF2D}"/>
              </a:ext>
            </a:extLst>
          </p:cNvPr>
          <p:cNvSpPr>
            <a:spLocks noGrp="1"/>
          </p:cNvSpPr>
          <p:nvPr>
            <p:ph type="body" idx="17"/>
          </p:nvPr>
        </p:nvSpPr>
        <p:spPr>
          <a:xfrm>
            <a:off x="1060704"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31">
            <a:extLst>
              <a:ext uri="{FF2B5EF4-FFF2-40B4-BE49-F238E27FC236}">
                <a16:creationId xmlns:a16="http://schemas.microsoft.com/office/drawing/2014/main" id="{19E34216-9950-3FAF-F3B8-AB91DE926287}"/>
              </a:ext>
            </a:extLst>
          </p:cNvPr>
          <p:cNvSpPr>
            <a:spLocks noGrp="1"/>
          </p:cNvSpPr>
          <p:nvPr>
            <p:ph type="pic" sz="quarter" idx="27"/>
          </p:nvPr>
        </p:nvSpPr>
        <p:spPr>
          <a:xfrm>
            <a:off x="1101852"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45" name="Text Placeholder 2">
            <a:extLst>
              <a:ext uri="{FF2B5EF4-FFF2-40B4-BE49-F238E27FC236}">
                <a16:creationId xmlns:a16="http://schemas.microsoft.com/office/drawing/2014/main" id="{C3F46F42-C5D7-B0CE-E3C5-46117B70A93B}"/>
              </a:ext>
            </a:extLst>
          </p:cNvPr>
          <p:cNvSpPr>
            <a:spLocks noGrp="1"/>
          </p:cNvSpPr>
          <p:nvPr>
            <p:ph type="body" idx="35"/>
          </p:nvPr>
        </p:nvSpPr>
        <p:spPr>
          <a:xfrm>
            <a:off x="978408"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Text Placeholder 2">
            <a:extLst>
              <a:ext uri="{FF2B5EF4-FFF2-40B4-BE49-F238E27FC236}">
                <a16:creationId xmlns:a16="http://schemas.microsoft.com/office/drawing/2014/main" id="{F01F58CE-C433-DC58-1D16-405DC2D82D88}"/>
              </a:ext>
            </a:extLst>
          </p:cNvPr>
          <p:cNvSpPr>
            <a:spLocks noGrp="1"/>
          </p:cNvSpPr>
          <p:nvPr>
            <p:ph type="body" idx="31"/>
          </p:nvPr>
        </p:nvSpPr>
        <p:spPr>
          <a:xfrm>
            <a:off x="1060704"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3" name="Picture Placeholder 31">
            <a:extLst>
              <a:ext uri="{FF2B5EF4-FFF2-40B4-BE49-F238E27FC236}">
                <a16:creationId xmlns:a16="http://schemas.microsoft.com/office/drawing/2014/main" id="{F8C639A8-0897-2015-9829-94E98335DF21}"/>
              </a:ext>
            </a:extLst>
          </p:cNvPr>
          <p:cNvSpPr>
            <a:spLocks noGrp="1"/>
          </p:cNvSpPr>
          <p:nvPr>
            <p:ph type="pic" sz="quarter" idx="23"/>
          </p:nvPr>
        </p:nvSpPr>
        <p:spPr>
          <a:xfrm>
            <a:off x="3962764"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21" name="Text Placeholder 2">
            <a:extLst>
              <a:ext uri="{FF2B5EF4-FFF2-40B4-BE49-F238E27FC236}">
                <a16:creationId xmlns:a16="http://schemas.microsoft.com/office/drawing/2014/main" id="{EEF857FA-9C5E-BED3-1ABB-A734EE39340B}"/>
              </a:ext>
            </a:extLst>
          </p:cNvPr>
          <p:cNvSpPr>
            <a:spLocks noGrp="1"/>
          </p:cNvSpPr>
          <p:nvPr>
            <p:ph type="body" idx="14"/>
          </p:nvPr>
        </p:nvSpPr>
        <p:spPr>
          <a:xfrm>
            <a:off x="3853036"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5C6EFDC5-2080-3126-AB93-FB89817B2C28}"/>
              </a:ext>
            </a:extLst>
          </p:cNvPr>
          <p:cNvSpPr>
            <a:spLocks noGrp="1"/>
          </p:cNvSpPr>
          <p:nvPr>
            <p:ph type="body" idx="19"/>
          </p:nvPr>
        </p:nvSpPr>
        <p:spPr>
          <a:xfrm>
            <a:off x="3921616"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Picture Placeholder 31">
            <a:extLst>
              <a:ext uri="{FF2B5EF4-FFF2-40B4-BE49-F238E27FC236}">
                <a16:creationId xmlns:a16="http://schemas.microsoft.com/office/drawing/2014/main" id="{D8E671C2-9C83-AF2B-0C7A-D8CE14204636}"/>
              </a:ext>
            </a:extLst>
          </p:cNvPr>
          <p:cNvSpPr>
            <a:spLocks noGrp="1"/>
          </p:cNvSpPr>
          <p:nvPr>
            <p:ph type="pic" sz="quarter" idx="28"/>
          </p:nvPr>
        </p:nvSpPr>
        <p:spPr>
          <a:xfrm>
            <a:off x="3962764"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47" name="Text Placeholder 2">
            <a:extLst>
              <a:ext uri="{FF2B5EF4-FFF2-40B4-BE49-F238E27FC236}">
                <a16:creationId xmlns:a16="http://schemas.microsoft.com/office/drawing/2014/main" id="{1E0C8150-95EC-3B89-D427-0C4AD56ABB9E}"/>
              </a:ext>
            </a:extLst>
          </p:cNvPr>
          <p:cNvSpPr>
            <a:spLocks noGrp="1"/>
          </p:cNvSpPr>
          <p:nvPr>
            <p:ph type="body" idx="37"/>
          </p:nvPr>
        </p:nvSpPr>
        <p:spPr>
          <a:xfrm>
            <a:off x="3839320"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3" name="Text Placeholder 2">
            <a:extLst>
              <a:ext uri="{FF2B5EF4-FFF2-40B4-BE49-F238E27FC236}">
                <a16:creationId xmlns:a16="http://schemas.microsoft.com/office/drawing/2014/main" id="{8B6CA730-8E8F-2283-CFDB-358748B1ED30}"/>
              </a:ext>
            </a:extLst>
          </p:cNvPr>
          <p:cNvSpPr>
            <a:spLocks noGrp="1"/>
          </p:cNvSpPr>
          <p:nvPr>
            <p:ph type="body" idx="33"/>
          </p:nvPr>
        </p:nvSpPr>
        <p:spPr>
          <a:xfrm>
            <a:off x="3921616"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Picture Placeholder 31">
            <a:extLst>
              <a:ext uri="{FF2B5EF4-FFF2-40B4-BE49-F238E27FC236}">
                <a16:creationId xmlns:a16="http://schemas.microsoft.com/office/drawing/2014/main" id="{6CBA6ABC-D5D1-9758-59EA-8DE549CC612D}"/>
              </a:ext>
            </a:extLst>
          </p:cNvPr>
          <p:cNvSpPr>
            <a:spLocks noGrp="1"/>
          </p:cNvSpPr>
          <p:nvPr>
            <p:ph type="pic" sz="quarter" idx="24"/>
          </p:nvPr>
        </p:nvSpPr>
        <p:spPr>
          <a:xfrm>
            <a:off x="6841853"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22" name="Text Placeholder 2">
            <a:extLst>
              <a:ext uri="{FF2B5EF4-FFF2-40B4-BE49-F238E27FC236}">
                <a16:creationId xmlns:a16="http://schemas.microsoft.com/office/drawing/2014/main" id="{F990F14B-1D1F-AA8D-BB23-FA8F7EEF666B}"/>
              </a:ext>
            </a:extLst>
          </p:cNvPr>
          <p:cNvSpPr>
            <a:spLocks noGrp="1"/>
          </p:cNvSpPr>
          <p:nvPr>
            <p:ph type="body" idx="15"/>
          </p:nvPr>
        </p:nvSpPr>
        <p:spPr>
          <a:xfrm>
            <a:off x="6732125"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D6CD9CDA-E122-F6EB-30B5-26D7E17771AB}"/>
              </a:ext>
            </a:extLst>
          </p:cNvPr>
          <p:cNvSpPr>
            <a:spLocks noGrp="1"/>
          </p:cNvSpPr>
          <p:nvPr>
            <p:ph type="body" idx="20"/>
          </p:nvPr>
        </p:nvSpPr>
        <p:spPr>
          <a:xfrm>
            <a:off x="6800705"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31">
            <a:extLst>
              <a:ext uri="{FF2B5EF4-FFF2-40B4-BE49-F238E27FC236}">
                <a16:creationId xmlns:a16="http://schemas.microsoft.com/office/drawing/2014/main" id="{385AF281-7DED-566C-E62C-76BBF2A795A8}"/>
              </a:ext>
            </a:extLst>
          </p:cNvPr>
          <p:cNvSpPr>
            <a:spLocks noGrp="1"/>
          </p:cNvSpPr>
          <p:nvPr>
            <p:ph type="pic" sz="quarter" idx="29"/>
          </p:nvPr>
        </p:nvSpPr>
        <p:spPr>
          <a:xfrm>
            <a:off x="6841853"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48" name="Text Placeholder 2">
            <a:extLst>
              <a:ext uri="{FF2B5EF4-FFF2-40B4-BE49-F238E27FC236}">
                <a16:creationId xmlns:a16="http://schemas.microsoft.com/office/drawing/2014/main" id="{D1C2E707-78B6-51F1-8B2D-EA2147D58C21}"/>
              </a:ext>
            </a:extLst>
          </p:cNvPr>
          <p:cNvSpPr>
            <a:spLocks noGrp="1"/>
          </p:cNvSpPr>
          <p:nvPr>
            <p:ph type="body" idx="38"/>
          </p:nvPr>
        </p:nvSpPr>
        <p:spPr>
          <a:xfrm>
            <a:off x="6718409"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Text Placeholder 2">
            <a:extLst>
              <a:ext uri="{FF2B5EF4-FFF2-40B4-BE49-F238E27FC236}">
                <a16:creationId xmlns:a16="http://schemas.microsoft.com/office/drawing/2014/main" id="{9E91D85A-CBAB-980E-5BD9-3BCF8CEAC7EA}"/>
              </a:ext>
            </a:extLst>
          </p:cNvPr>
          <p:cNvSpPr>
            <a:spLocks noGrp="1"/>
          </p:cNvSpPr>
          <p:nvPr>
            <p:ph type="body" idx="34"/>
          </p:nvPr>
        </p:nvSpPr>
        <p:spPr>
          <a:xfrm>
            <a:off x="6800705"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Picture Placeholder 31">
            <a:extLst>
              <a:ext uri="{FF2B5EF4-FFF2-40B4-BE49-F238E27FC236}">
                <a16:creationId xmlns:a16="http://schemas.microsoft.com/office/drawing/2014/main" id="{40E68EB8-B0D8-E5D4-CE19-45219E4D7038}"/>
              </a:ext>
            </a:extLst>
          </p:cNvPr>
          <p:cNvSpPr>
            <a:spLocks noGrp="1"/>
          </p:cNvSpPr>
          <p:nvPr>
            <p:ph type="pic" sz="quarter" idx="26"/>
          </p:nvPr>
        </p:nvSpPr>
        <p:spPr>
          <a:xfrm>
            <a:off x="9685057"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20" name="Text Placeholder 4">
            <a:extLst>
              <a:ext uri="{FF2B5EF4-FFF2-40B4-BE49-F238E27FC236}">
                <a16:creationId xmlns:a16="http://schemas.microsoft.com/office/drawing/2014/main" id="{7D1D0610-E513-F5EA-0393-622F692CA0F2}"/>
              </a:ext>
            </a:extLst>
          </p:cNvPr>
          <p:cNvSpPr>
            <a:spLocks noGrp="1"/>
          </p:cNvSpPr>
          <p:nvPr>
            <p:ph type="body" sz="quarter" idx="3"/>
          </p:nvPr>
        </p:nvSpPr>
        <p:spPr>
          <a:xfrm>
            <a:off x="9575329"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4">
            <a:extLst>
              <a:ext uri="{FF2B5EF4-FFF2-40B4-BE49-F238E27FC236}">
                <a16:creationId xmlns:a16="http://schemas.microsoft.com/office/drawing/2014/main" id="{3BF37293-4E33-5570-29ED-04EB525DD199}"/>
              </a:ext>
            </a:extLst>
          </p:cNvPr>
          <p:cNvSpPr>
            <a:spLocks noGrp="1"/>
          </p:cNvSpPr>
          <p:nvPr>
            <p:ph type="body" sz="quarter" idx="18"/>
          </p:nvPr>
        </p:nvSpPr>
        <p:spPr>
          <a:xfrm>
            <a:off x="9643909"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0" name="Picture Placeholder 31">
            <a:extLst>
              <a:ext uri="{FF2B5EF4-FFF2-40B4-BE49-F238E27FC236}">
                <a16:creationId xmlns:a16="http://schemas.microsoft.com/office/drawing/2014/main" id="{5993608C-B818-3AD4-B4D3-28D2DF627D0D}"/>
              </a:ext>
            </a:extLst>
          </p:cNvPr>
          <p:cNvSpPr>
            <a:spLocks noGrp="1"/>
          </p:cNvSpPr>
          <p:nvPr>
            <p:ph type="pic" sz="quarter" idx="30"/>
          </p:nvPr>
        </p:nvSpPr>
        <p:spPr>
          <a:xfrm>
            <a:off x="9685057"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46" name="Text Placeholder 4">
            <a:extLst>
              <a:ext uri="{FF2B5EF4-FFF2-40B4-BE49-F238E27FC236}">
                <a16:creationId xmlns:a16="http://schemas.microsoft.com/office/drawing/2014/main" id="{0E307E95-A0E7-5F5C-DFF3-F33EF29FFC32}"/>
              </a:ext>
            </a:extLst>
          </p:cNvPr>
          <p:cNvSpPr>
            <a:spLocks noGrp="1"/>
          </p:cNvSpPr>
          <p:nvPr>
            <p:ph type="body" sz="quarter" idx="36"/>
          </p:nvPr>
        </p:nvSpPr>
        <p:spPr>
          <a:xfrm>
            <a:off x="9561613"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Text Placeholder 4">
            <a:extLst>
              <a:ext uri="{FF2B5EF4-FFF2-40B4-BE49-F238E27FC236}">
                <a16:creationId xmlns:a16="http://schemas.microsoft.com/office/drawing/2014/main" id="{93D6B271-D0F0-7CDA-BE9D-BD03B6C47BAB}"/>
              </a:ext>
            </a:extLst>
          </p:cNvPr>
          <p:cNvSpPr>
            <a:spLocks noGrp="1"/>
          </p:cNvSpPr>
          <p:nvPr>
            <p:ph type="body" sz="quarter" idx="32"/>
          </p:nvPr>
        </p:nvSpPr>
        <p:spPr>
          <a:xfrm>
            <a:off x="9643909"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7" name="Straight Connector 6">
            <a:extLst>
              <a:ext uri="{FF2B5EF4-FFF2-40B4-BE49-F238E27FC236}">
                <a16:creationId xmlns:a16="http://schemas.microsoft.com/office/drawing/2014/main" id="{BB211C01-E0D3-34B5-C635-7ED6C7C89E9C}"/>
              </a:ext>
            </a:extLst>
          </p:cNvPr>
          <p:cNvCxnSpPr>
            <a:cxnSpLocks/>
          </p:cNvCxnSpPr>
          <p:nvPr userDrawn="1"/>
        </p:nvCxnSpPr>
        <p:spPr>
          <a:xfrm>
            <a:off x="0" y="3300220"/>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D4CCE68-630E-A4CE-AF43-3FB81EADDF21}"/>
              </a:ext>
            </a:extLst>
          </p:cNvPr>
          <p:cNvCxnSpPr>
            <a:cxnSpLocks/>
          </p:cNvCxnSpPr>
          <p:nvPr userDrawn="1"/>
        </p:nvCxnSpPr>
        <p:spPr>
          <a:xfrm>
            <a:off x="398366" y="1042465"/>
            <a:ext cx="11395267"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40AA902-F568-9A37-2C1B-1E3659DBE780}"/>
              </a:ext>
            </a:extLst>
          </p:cNvPr>
          <p:cNvCxnSpPr>
            <a:cxnSpLocks/>
          </p:cNvCxnSpPr>
          <p:nvPr userDrawn="1"/>
        </p:nvCxnSpPr>
        <p:spPr>
          <a:xfrm flipV="1">
            <a:off x="398367"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4CF9AA-8029-6D34-457C-9FC583E8DFD4}"/>
              </a:ext>
            </a:extLst>
          </p:cNvPr>
          <p:cNvCxnSpPr>
            <a:cxnSpLocks/>
          </p:cNvCxnSpPr>
          <p:nvPr userDrawn="1"/>
        </p:nvCxnSpPr>
        <p:spPr>
          <a:xfrm flipV="1">
            <a:off x="11793633"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CAFEB8-8359-AC67-8760-CFF0FC604D80}"/>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7E393C7-F0CA-6CFE-7A57-82D059DF9D96}"/>
              </a:ext>
            </a:extLst>
          </p:cNvPr>
          <p:cNvCxnSpPr>
            <a:cxnSpLocks/>
          </p:cNvCxnSpPr>
          <p:nvPr userDrawn="1"/>
        </p:nvCxnSpPr>
        <p:spPr>
          <a:xfrm>
            <a:off x="0" y="5915157"/>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972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941832" y="1005840"/>
            <a:ext cx="7187184" cy="4251960"/>
          </a:xfrm>
        </p:spPr>
        <p:txBody>
          <a:bodyPr anchor="b"/>
          <a:lstStyle>
            <a:lvl1pPr>
              <a:lnSpc>
                <a:spcPct val="100000"/>
              </a:lnSpc>
              <a:defRPr sz="5400"/>
            </a:lvl1pPr>
          </a:lstStyle>
          <a:p>
            <a:r>
              <a:rPr lang="en-US"/>
              <a:t>Click to edit Master title style</a:t>
            </a:r>
          </a:p>
        </p:txBody>
      </p:sp>
      <p:sp>
        <p:nvSpPr>
          <p:cNvPr id="19" name="Subtitle 2">
            <a:extLst>
              <a:ext uri="{FF2B5EF4-FFF2-40B4-BE49-F238E27FC236}">
                <a16:creationId xmlns:a16="http://schemas.microsoft.com/office/drawing/2014/main" id="{BE3754CA-7CD5-66C6-9A94-42B6D2AEC1C0}"/>
              </a:ext>
            </a:extLst>
          </p:cNvPr>
          <p:cNvSpPr>
            <a:spLocks noGrp="1"/>
          </p:cNvSpPr>
          <p:nvPr>
            <p:ph type="subTitle" idx="1"/>
          </p:nvPr>
        </p:nvSpPr>
        <p:spPr>
          <a:xfrm>
            <a:off x="941832" y="5312664"/>
            <a:ext cx="2889504" cy="365760"/>
          </a:xfrm>
          <a:solidFill>
            <a:schemeClr val="accent3"/>
          </a:solidFill>
        </p:spPr>
        <p:txBody>
          <a:bodyPr>
            <a:noAutofit/>
          </a:bodyPr>
          <a:lstStyle>
            <a:lvl1pPr marL="0" indent="0" algn="l">
              <a:buNone/>
              <a:defRPr sz="1800">
                <a:solidFill>
                  <a:schemeClr val="tx1"/>
                </a:solidFill>
                <a:latin typeface="Gill Sans Nova Light" panose="020B03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Picture Placeholder 22">
            <a:extLst>
              <a:ext uri="{FF2B5EF4-FFF2-40B4-BE49-F238E27FC236}">
                <a16:creationId xmlns:a16="http://schemas.microsoft.com/office/drawing/2014/main" id="{47150B01-E47B-1FE6-D289-46641618F640}"/>
              </a:ext>
            </a:extLst>
          </p:cNvPr>
          <p:cNvSpPr>
            <a:spLocks noGrp="1"/>
          </p:cNvSpPr>
          <p:nvPr>
            <p:ph type="pic" sz="quarter" idx="13"/>
          </p:nvPr>
        </p:nvSpPr>
        <p:spPr>
          <a:xfrm>
            <a:off x="8937714" y="1028362"/>
            <a:ext cx="2451100" cy="4800597"/>
          </a:xfrm>
          <a:ln w="15875">
            <a:solidFill>
              <a:schemeClr val="tx1"/>
            </a:solidFill>
          </a:ln>
        </p:spPr>
        <p:txBody>
          <a:bodyPr anchor="ctr"/>
          <a:lstStyle>
            <a:lvl1pPr marL="0" indent="0" algn="ctr">
              <a:buNone/>
              <a:defRPr sz="18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tx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tx1"/>
                </a:solidFill>
              </a:defRPr>
            </a:lvl1pPr>
          </a:lstStyle>
          <a:p>
            <a:r>
              <a:rPr lang="en-US" dirty="0"/>
              <a:t>presentation title</a:t>
            </a:r>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tx1"/>
                </a:solidFill>
              </a:defRPr>
            </a:lvl1pPr>
          </a:lstStyle>
          <a:p>
            <a:r>
              <a:rPr lang="en-US"/>
              <a:t>20XX</a:t>
            </a:r>
            <a:endParaRPr lang="en-US" dirty="0"/>
          </a:p>
        </p:txBody>
      </p:sp>
      <p:cxnSp>
        <p:nvCxnSpPr>
          <p:cNvPr id="8" name="Straight Connector 7">
            <a:extLst>
              <a:ext uri="{FF2B5EF4-FFF2-40B4-BE49-F238E27FC236}">
                <a16:creationId xmlns:a16="http://schemas.microsoft.com/office/drawing/2014/main" id="{52C5A325-67B4-EB21-61D9-11A62C1149D0}"/>
              </a:ext>
            </a:extLst>
          </p:cNvPr>
          <p:cNvCxnSpPr>
            <a:cxnSpLocks/>
          </p:cNvCxnSpPr>
          <p:nvPr userDrawn="1"/>
        </p:nvCxnSpPr>
        <p:spPr>
          <a:xfrm>
            <a:off x="0" y="395159"/>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966DF71-8DDC-0AE8-6067-6C8BDF66AEE6}"/>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D53E1C8-4CA4-75B1-C371-4A379986E7A8}"/>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74A3361-4A2D-2ED2-946A-46EA9B3FCC96}"/>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9A1A3AD-F519-2787-F127-4698F8E5CA39}"/>
              </a:ext>
            </a:extLst>
          </p:cNvPr>
          <p:cNvCxnSpPr>
            <a:cxnSpLocks/>
          </p:cNvCxnSpPr>
          <p:nvPr userDrawn="1"/>
        </p:nvCxnSpPr>
        <p:spPr>
          <a:xfrm>
            <a:off x="0" y="5516519"/>
            <a:ext cx="914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65322AF-E7A0-773B-0886-72337FA4AC8E}"/>
              </a:ext>
            </a:extLst>
          </p:cNvPr>
          <p:cNvCxnSpPr>
            <a:cxnSpLocks/>
            <a:stCxn id="19" idx="3"/>
          </p:cNvCxnSpPr>
          <p:nvPr userDrawn="1"/>
        </p:nvCxnSpPr>
        <p:spPr>
          <a:xfrm>
            <a:off x="3831336" y="5495544"/>
            <a:ext cx="836066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44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ultiple content">
    <p:bg>
      <p:bgPr>
        <a:solidFill>
          <a:schemeClr val="accent1"/>
        </a:solidFill>
        <a:effectLst/>
      </p:bgPr>
    </p:bg>
    <p:spTree>
      <p:nvGrpSpPr>
        <p:cNvPr id="1" name=""/>
        <p:cNvGrpSpPr/>
        <p:nvPr/>
      </p:nvGrpSpPr>
      <p:grpSpPr>
        <a:xfrm>
          <a:off x="0" y="0"/>
          <a:ext cx="0" cy="0"/>
          <a:chOff x="0" y="0"/>
          <a:chExt cx="0" cy="0"/>
        </a:xfrm>
      </p:grpSpPr>
      <p:sp>
        <p:nvSpPr>
          <p:cNvPr id="40" name="Picture Placeholder 39">
            <a:extLst>
              <a:ext uri="{FF2B5EF4-FFF2-40B4-BE49-F238E27FC236}">
                <a16:creationId xmlns:a16="http://schemas.microsoft.com/office/drawing/2014/main" id="{5CCC7076-FFA4-750E-431A-0BE2B1B6F2EB}"/>
              </a:ext>
            </a:extLst>
          </p:cNvPr>
          <p:cNvSpPr>
            <a:spLocks noGrp="1"/>
          </p:cNvSpPr>
          <p:nvPr>
            <p:ph type="pic" sz="quarter" idx="20"/>
          </p:nvPr>
        </p:nvSpPr>
        <p:spPr>
          <a:xfrm>
            <a:off x="547796" y="1652080"/>
            <a:ext cx="4406901" cy="3124681"/>
          </a:xfrm>
          <a:ln w="15875">
            <a:solidFill>
              <a:schemeClr val="tx1"/>
            </a:solidFill>
          </a:ln>
        </p:spPr>
        <p:txBody>
          <a:bodyPr anchor="ctr"/>
          <a:lstStyle>
            <a:lvl1pPr marL="0" indent="0" algn="ctr">
              <a:buNone/>
              <a:defRPr sz="1800"/>
            </a:lvl1pPr>
          </a:lstStyle>
          <a:p>
            <a:r>
              <a:rPr lang="en-US"/>
              <a:t>Click icon to add picture</a:t>
            </a:r>
            <a:endParaRPr lang="en-US" dirty="0"/>
          </a:p>
        </p:txBody>
      </p:sp>
      <p:cxnSp>
        <p:nvCxnSpPr>
          <p:cNvPr id="9" name="Straight Connector 8">
            <a:extLst>
              <a:ext uri="{FF2B5EF4-FFF2-40B4-BE49-F238E27FC236}">
                <a16:creationId xmlns:a16="http://schemas.microsoft.com/office/drawing/2014/main" id="{EBF410FA-6919-A95F-E465-F3650BC704A5}"/>
              </a:ext>
            </a:extLst>
          </p:cNvPr>
          <p:cNvCxnSpPr>
            <a:cxnSpLocks/>
          </p:cNvCxnSpPr>
          <p:nvPr userDrawn="1"/>
        </p:nvCxnSpPr>
        <p:spPr>
          <a:xfrm>
            <a:off x="0" y="1037308"/>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56D016C-FD2C-0B4B-A727-8A7CAF4A9846}"/>
              </a:ext>
            </a:extLst>
          </p:cNvPr>
          <p:cNvCxnSpPr>
            <a:cxnSpLocks/>
          </p:cNvCxnSpPr>
          <p:nvPr userDrawn="1"/>
        </p:nvCxnSpPr>
        <p:spPr>
          <a:xfrm flipV="1">
            <a:off x="5476731" y="1037308"/>
            <a:ext cx="0" cy="540217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A79FE8F-AD7E-5CA6-4AC2-165DA0C9BEF5}"/>
              </a:ext>
            </a:extLst>
          </p:cNvPr>
          <p:cNvCxnSpPr>
            <a:cxnSpLocks/>
          </p:cNvCxnSpPr>
          <p:nvPr userDrawn="1"/>
        </p:nvCxnSpPr>
        <p:spPr>
          <a:xfrm flipV="1">
            <a:off x="8792556" y="1027906"/>
            <a:ext cx="0" cy="54115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1AA6A48-79F7-A000-AA19-3EB390EBAFAF}"/>
              </a:ext>
            </a:extLst>
          </p:cNvPr>
          <p:cNvCxnSpPr>
            <a:cxnSpLocks/>
          </p:cNvCxnSpPr>
          <p:nvPr userDrawn="1"/>
        </p:nvCxnSpPr>
        <p:spPr>
          <a:xfrm>
            <a:off x="5476731" y="3833413"/>
            <a:ext cx="671526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D2FB9E0-941D-A849-6C69-C8A3BDD784D2}"/>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467868" y="54864"/>
            <a:ext cx="11256264" cy="969264"/>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9023483" y="1802860"/>
            <a:ext cx="2843784" cy="1827340"/>
          </a:xfrm>
        </p:spPr>
        <p:txBody>
          <a:bodyPr/>
          <a:lstStyle>
            <a:lvl1pPr marL="0" indent="0">
              <a:lnSpc>
                <a:spcPct val="100000"/>
              </a:lnSpc>
              <a:spcBef>
                <a:spcPts val="0"/>
              </a:spcBef>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29" name="Content Placeholder 2">
            <a:extLst>
              <a:ext uri="{FF2B5EF4-FFF2-40B4-BE49-F238E27FC236}">
                <a16:creationId xmlns:a16="http://schemas.microsoft.com/office/drawing/2014/main" id="{F9E7CC0C-0A82-6C16-C499-CE38E6A5E1A6}"/>
              </a:ext>
            </a:extLst>
          </p:cNvPr>
          <p:cNvSpPr>
            <a:spLocks noGrp="1"/>
          </p:cNvSpPr>
          <p:nvPr>
            <p:ph idx="13"/>
          </p:nvPr>
        </p:nvSpPr>
        <p:spPr>
          <a:xfrm>
            <a:off x="5634474" y="1802860"/>
            <a:ext cx="2843784" cy="1827340"/>
          </a:xfrm>
        </p:spPr>
        <p:txBody>
          <a:bodyPr/>
          <a:lstStyle>
            <a:lvl1pPr marL="0" indent="0">
              <a:lnSpc>
                <a:spcPct val="100000"/>
              </a:lnSpc>
              <a:spcBef>
                <a:spcPts val="0"/>
              </a:spcBef>
              <a:buNone/>
              <a:defRPr sz="1800"/>
            </a:lvl1pPr>
          </a:lstStyle>
          <a:p>
            <a:pPr lvl="0"/>
            <a:r>
              <a:rPr lang="en-US"/>
              <a:t>Click to edit Master text styles</a:t>
            </a:r>
          </a:p>
        </p:txBody>
      </p:sp>
      <p:sp>
        <p:nvSpPr>
          <p:cNvPr id="31" name="Text Placeholder 30">
            <a:extLst>
              <a:ext uri="{FF2B5EF4-FFF2-40B4-BE49-F238E27FC236}">
                <a16:creationId xmlns:a16="http://schemas.microsoft.com/office/drawing/2014/main" id="{57CEC54D-1FD6-3F78-8B9D-D145F9B1C3F3}"/>
              </a:ext>
            </a:extLst>
          </p:cNvPr>
          <p:cNvSpPr>
            <a:spLocks noGrp="1"/>
          </p:cNvSpPr>
          <p:nvPr>
            <p:ph type="body" sz="quarter" idx="14"/>
          </p:nvPr>
        </p:nvSpPr>
        <p:spPr>
          <a:xfrm>
            <a:off x="5634474" y="1279472"/>
            <a:ext cx="2843784" cy="466344"/>
          </a:xfrm>
        </p:spPr>
        <p:txBody>
          <a:bodyPr/>
          <a:lstStyle>
            <a:lvl1pPr marL="0" indent="0">
              <a:lnSpc>
                <a:spcPct val="100000"/>
              </a:lnSpc>
              <a:spcBef>
                <a:spcPts val="0"/>
              </a:spcBef>
              <a:buNone/>
              <a:defRPr sz="2400">
                <a:latin typeface="+mj-lt"/>
              </a:defRPr>
            </a:lvl1pPr>
          </a:lstStyle>
          <a:p>
            <a:pPr lvl="0"/>
            <a:r>
              <a:rPr lang="en-US"/>
              <a:t>Click to edit Master text styles</a:t>
            </a:r>
          </a:p>
        </p:txBody>
      </p:sp>
      <p:sp>
        <p:nvSpPr>
          <p:cNvPr id="32" name="Text Placeholder 30">
            <a:extLst>
              <a:ext uri="{FF2B5EF4-FFF2-40B4-BE49-F238E27FC236}">
                <a16:creationId xmlns:a16="http://schemas.microsoft.com/office/drawing/2014/main" id="{A61EC6ED-86B0-89B9-F4F3-A17A7F150D11}"/>
              </a:ext>
            </a:extLst>
          </p:cNvPr>
          <p:cNvSpPr>
            <a:spLocks noGrp="1"/>
          </p:cNvSpPr>
          <p:nvPr>
            <p:ph type="body" sz="quarter" idx="15"/>
          </p:nvPr>
        </p:nvSpPr>
        <p:spPr>
          <a:xfrm>
            <a:off x="9023483" y="1278001"/>
            <a:ext cx="2843784" cy="466344"/>
          </a:xfrm>
        </p:spPr>
        <p:txBody>
          <a:bodyPr/>
          <a:lstStyle>
            <a:lvl1pPr marL="0" indent="0">
              <a:lnSpc>
                <a:spcPct val="100000"/>
              </a:lnSpc>
              <a:spcBef>
                <a:spcPts val="0"/>
              </a:spcBef>
              <a:buNone/>
              <a:defRPr sz="2400">
                <a:latin typeface="+mj-lt"/>
              </a:defRPr>
            </a:lvl1pPr>
          </a:lstStyle>
          <a:p>
            <a:pPr lvl="0"/>
            <a:r>
              <a:rPr lang="en-US"/>
              <a:t>Click to edit Master text styles</a:t>
            </a:r>
          </a:p>
        </p:txBody>
      </p:sp>
      <p:sp>
        <p:nvSpPr>
          <p:cNvPr id="33" name="Content Placeholder 2">
            <a:extLst>
              <a:ext uri="{FF2B5EF4-FFF2-40B4-BE49-F238E27FC236}">
                <a16:creationId xmlns:a16="http://schemas.microsoft.com/office/drawing/2014/main" id="{3D51AA82-3529-805D-5461-E1C5DC523EBF}"/>
              </a:ext>
            </a:extLst>
          </p:cNvPr>
          <p:cNvSpPr>
            <a:spLocks noGrp="1"/>
          </p:cNvSpPr>
          <p:nvPr>
            <p:ph idx="16"/>
          </p:nvPr>
        </p:nvSpPr>
        <p:spPr>
          <a:xfrm>
            <a:off x="9023483" y="4599432"/>
            <a:ext cx="2843784" cy="1645950"/>
          </a:xfrm>
        </p:spPr>
        <p:txBody>
          <a:bodyPr/>
          <a:lstStyle>
            <a:lvl1pPr marL="0" indent="0">
              <a:lnSpc>
                <a:spcPct val="100000"/>
              </a:lnSpc>
              <a:spcBef>
                <a:spcPts val="0"/>
              </a:spcBef>
              <a:buNone/>
              <a:defRPr sz="1800"/>
            </a:lvl1pPr>
          </a:lstStyle>
          <a:p>
            <a:pPr lvl="0"/>
            <a:r>
              <a:rPr lang="en-US"/>
              <a:t>Click to edit Master text styles</a:t>
            </a:r>
          </a:p>
        </p:txBody>
      </p:sp>
      <p:sp>
        <p:nvSpPr>
          <p:cNvPr id="34" name="Content Placeholder 2">
            <a:extLst>
              <a:ext uri="{FF2B5EF4-FFF2-40B4-BE49-F238E27FC236}">
                <a16:creationId xmlns:a16="http://schemas.microsoft.com/office/drawing/2014/main" id="{52A58E13-B509-86DD-D9FA-FE6B76B706CE}"/>
              </a:ext>
            </a:extLst>
          </p:cNvPr>
          <p:cNvSpPr>
            <a:spLocks noGrp="1"/>
          </p:cNvSpPr>
          <p:nvPr>
            <p:ph idx="17"/>
          </p:nvPr>
        </p:nvSpPr>
        <p:spPr>
          <a:xfrm>
            <a:off x="5634474" y="4599432"/>
            <a:ext cx="2843784" cy="1645950"/>
          </a:xfrm>
        </p:spPr>
        <p:txBody>
          <a:bodyPr/>
          <a:lstStyle>
            <a:lvl1pPr marL="0" indent="0">
              <a:lnSpc>
                <a:spcPct val="100000"/>
              </a:lnSpc>
              <a:spcBef>
                <a:spcPts val="0"/>
              </a:spcBef>
              <a:buNone/>
              <a:defRPr sz="1800"/>
            </a:lvl1pPr>
          </a:lstStyle>
          <a:p>
            <a:pPr lvl="0"/>
            <a:r>
              <a:rPr lang="en-US"/>
              <a:t>Click to edit Master text styles</a:t>
            </a:r>
          </a:p>
        </p:txBody>
      </p:sp>
      <p:sp>
        <p:nvSpPr>
          <p:cNvPr id="35" name="Text Placeholder 30">
            <a:extLst>
              <a:ext uri="{FF2B5EF4-FFF2-40B4-BE49-F238E27FC236}">
                <a16:creationId xmlns:a16="http://schemas.microsoft.com/office/drawing/2014/main" id="{D3275BA4-1A29-81A8-890F-A2019D6AD1A2}"/>
              </a:ext>
            </a:extLst>
          </p:cNvPr>
          <p:cNvSpPr>
            <a:spLocks noGrp="1"/>
          </p:cNvSpPr>
          <p:nvPr>
            <p:ph type="body" sz="quarter" idx="18"/>
          </p:nvPr>
        </p:nvSpPr>
        <p:spPr>
          <a:xfrm>
            <a:off x="5634474" y="4078224"/>
            <a:ext cx="2843784" cy="466344"/>
          </a:xfrm>
        </p:spPr>
        <p:txBody>
          <a:bodyPr/>
          <a:lstStyle>
            <a:lvl1pPr marL="0" indent="0">
              <a:lnSpc>
                <a:spcPct val="100000"/>
              </a:lnSpc>
              <a:spcBef>
                <a:spcPts val="0"/>
              </a:spcBef>
              <a:buNone/>
              <a:defRPr sz="2400">
                <a:latin typeface="+mj-lt"/>
              </a:defRPr>
            </a:lvl1pPr>
          </a:lstStyle>
          <a:p>
            <a:pPr lvl="0"/>
            <a:r>
              <a:rPr lang="en-US"/>
              <a:t>Click to edit Master text styles</a:t>
            </a:r>
          </a:p>
        </p:txBody>
      </p:sp>
      <p:sp>
        <p:nvSpPr>
          <p:cNvPr id="36" name="Text Placeholder 30">
            <a:extLst>
              <a:ext uri="{FF2B5EF4-FFF2-40B4-BE49-F238E27FC236}">
                <a16:creationId xmlns:a16="http://schemas.microsoft.com/office/drawing/2014/main" id="{97742C31-A952-F092-74D6-5D432DBE4955}"/>
              </a:ext>
            </a:extLst>
          </p:cNvPr>
          <p:cNvSpPr>
            <a:spLocks noGrp="1"/>
          </p:cNvSpPr>
          <p:nvPr>
            <p:ph type="body" sz="quarter" idx="19"/>
          </p:nvPr>
        </p:nvSpPr>
        <p:spPr>
          <a:xfrm>
            <a:off x="9023483" y="4078224"/>
            <a:ext cx="2843784" cy="466344"/>
          </a:xfrm>
        </p:spPr>
        <p:txBody>
          <a:bodyPr/>
          <a:lstStyle>
            <a:lvl1pPr marL="0" indent="0">
              <a:lnSpc>
                <a:spcPct val="100000"/>
              </a:lnSpc>
              <a:spcBef>
                <a:spcPts val="0"/>
              </a:spcBef>
              <a:buNone/>
              <a:defRPr sz="2400">
                <a:latin typeface="+mj-lt"/>
              </a:defRPr>
            </a:lvl1pPr>
          </a:lstStyle>
          <a:p>
            <a:pPr lvl="0"/>
            <a:r>
              <a:rPr lang="en-US"/>
              <a:t>Click to edit Master text styles</a:t>
            </a:r>
          </a:p>
        </p:txBody>
      </p:sp>
      <p:sp>
        <p:nvSpPr>
          <p:cNvPr id="41" name="Content Placeholder 2">
            <a:extLst>
              <a:ext uri="{FF2B5EF4-FFF2-40B4-BE49-F238E27FC236}">
                <a16:creationId xmlns:a16="http://schemas.microsoft.com/office/drawing/2014/main" id="{1AF03A42-3FAC-6EF4-3C19-01EADE20F3D9}"/>
              </a:ext>
            </a:extLst>
          </p:cNvPr>
          <p:cNvSpPr>
            <a:spLocks noGrp="1"/>
          </p:cNvSpPr>
          <p:nvPr>
            <p:ph idx="21"/>
          </p:nvPr>
        </p:nvSpPr>
        <p:spPr>
          <a:xfrm>
            <a:off x="1207008" y="5788152"/>
            <a:ext cx="3858768" cy="532461"/>
          </a:xfrm>
        </p:spPr>
        <p:txBody>
          <a:bodyPr/>
          <a:lstStyle>
            <a:lvl1pPr marL="0" indent="0">
              <a:lnSpc>
                <a:spcPct val="100000"/>
              </a:lnSpc>
              <a:spcBef>
                <a:spcPts val="0"/>
              </a:spcBef>
              <a:buNone/>
              <a:defRPr sz="1800"/>
            </a:lvl1pPr>
          </a:lstStyle>
          <a:p>
            <a:pPr lvl="0"/>
            <a:r>
              <a:rPr lang="en-US"/>
              <a:t>Click to edit Master text styles</a:t>
            </a:r>
          </a:p>
        </p:txBody>
      </p:sp>
      <p:sp>
        <p:nvSpPr>
          <p:cNvPr id="42" name="Text Placeholder 30">
            <a:extLst>
              <a:ext uri="{FF2B5EF4-FFF2-40B4-BE49-F238E27FC236}">
                <a16:creationId xmlns:a16="http://schemas.microsoft.com/office/drawing/2014/main" id="{D4A2DF13-0ACD-F5E4-200D-EF0469F75D0D}"/>
              </a:ext>
            </a:extLst>
          </p:cNvPr>
          <p:cNvSpPr>
            <a:spLocks noGrp="1"/>
          </p:cNvSpPr>
          <p:nvPr>
            <p:ph type="body" sz="quarter" idx="22"/>
          </p:nvPr>
        </p:nvSpPr>
        <p:spPr>
          <a:xfrm>
            <a:off x="1207008" y="5266944"/>
            <a:ext cx="3858768" cy="466344"/>
          </a:xfrm>
        </p:spPr>
        <p:txBody>
          <a:bodyPr/>
          <a:lstStyle>
            <a:lvl1pPr marL="0" indent="0">
              <a:lnSpc>
                <a:spcPct val="100000"/>
              </a:lnSpc>
              <a:spcBef>
                <a:spcPts val="0"/>
              </a:spcBef>
              <a:buNone/>
              <a:defRPr sz="2400">
                <a:latin typeface="+mj-lt"/>
              </a:defRPr>
            </a:lvl1pPr>
          </a:lstStyle>
          <a:p>
            <a:pPr lvl="0"/>
            <a:r>
              <a:rPr lang="en-US"/>
              <a:t>Click to edit Master text styles</a:t>
            </a:r>
          </a:p>
        </p:txBody>
      </p:sp>
      <p:sp>
        <p:nvSpPr>
          <p:cNvPr id="44" name="Text Placeholder 43">
            <a:extLst>
              <a:ext uri="{FF2B5EF4-FFF2-40B4-BE49-F238E27FC236}">
                <a16:creationId xmlns:a16="http://schemas.microsoft.com/office/drawing/2014/main" id="{7B805FCC-6D7A-F1CC-3B04-A84A068DBB1F}"/>
              </a:ext>
            </a:extLst>
          </p:cNvPr>
          <p:cNvSpPr>
            <a:spLocks noGrp="1"/>
          </p:cNvSpPr>
          <p:nvPr>
            <p:ph type="body" sz="quarter" idx="23" hasCustomPrompt="1"/>
          </p:nvPr>
        </p:nvSpPr>
        <p:spPr>
          <a:xfrm>
            <a:off x="11695176" y="3310128"/>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5" name="Text Placeholder 43">
            <a:extLst>
              <a:ext uri="{FF2B5EF4-FFF2-40B4-BE49-F238E27FC236}">
                <a16:creationId xmlns:a16="http://schemas.microsoft.com/office/drawing/2014/main" id="{FEE3F2FF-41FC-A05B-F6EB-A97A7D1B0644}"/>
              </a:ext>
            </a:extLst>
          </p:cNvPr>
          <p:cNvSpPr>
            <a:spLocks noGrp="1"/>
          </p:cNvSpPr>
          <p:nvPr>
            <p:ph type="body" sz="quarter" idx="24" hasCustomPrompt="1"/>
          </p:nvPr>
        </p:nvSpPr>
        <p:spPr>
          <a:xfrm>
            <a:off x="11695176" y="5897880"/>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6" name="Text Placeholder 43">
            <a:extLst>
              <a:ext uri="{FF2B5EF4-FFF2-40B4-BE49-F238E27FC236}">
                <a16:creationId xmlns:a16="http://schemas.microsoft.com/office/drawing/2014/main" id="{271E6249-39AB-A674-474B-129F0FC28F0A}"/>
              </a:ext>
            </a:extLst>
          </p:cNvPr>
          <p:cNvSpPr>
            <a:spLocks noGrp="1"/>
          </p:cNvSpPr>
          <p:nvPr>
            <p:ph type="body" sz="quarter" idx="25" hasCustomPrompt="1"/>
          </p:nvPr>
        </p:nvSpPr>
        <p:spPr>
          <a:xfrm>
            <a:off x="8293608" y="3310128"/>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7" name="Text Placeholder 43">
            <a:extLst>
              <a:ext uri="{FF2B5EF4-FFF2-40B4-BE49-F238E27FC236}">
                <a16:creationId xmlns:a16="http://schemas.microsoft.com/office/drawing/2014/main" id="{1743218C-8B3C-DC33-5CD2-D82FA77A522E}"/>
              </a:ext>
            </a:extLst>
          </p:cNvPr>
          <p:cNvSpPr>
            <a:spLocks noGrp="1"/>
          </p:cNvSpPr>
          <p:nvPr>
            <p:ph type="body" sz="quarter" idx="26" hasCustomPrompt="1"/>
          </p:nvPr>
        </p:nvSpPr>
        <p:spPr>
          <a:xfrm>
            <a:off x="8293608" y="5897880"/>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8" name="Text Placeholder 43">
            <a:extLst>
              <a:ext uri="{FF2B5EF4-FFF2-40B4-BE49-F238E27FC236}">
                <a16:creationId xmlns:a16="http://schemas.microsoft.com/office/drawing/2014/main" id="{6018CAD3-E7B7-16B7-5631-0C3F7C38C530}"/>
              </a:ext>
            </a:extLst>
          </p:cNvPr>
          <p:cNvSpPr>
            <a:spLocks noGrp="1"/>
          </p:cNvSpPr>
          <p:nvPr>
            <p:ph type="body" sz="quarter" idx="27" hasCustomPrompt="1"/>
          </p:nvPr>
        </p:nvSpPr>
        <p:spPr>
          <a:xfrm>
            <a:off x="548640" y="5330952"/>
            <a:ext cx="512064" cy="512064"/>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Tree>
    <p:extLst>
      <p:ext uri="{BB962C8B-B14F-4D97-AF65-F5344CB8AC3E}">
        <p14:creationId xmlns:p14="http://schemas.microsoft.com/office/powerpoint/2010/main" val="654059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tx2"/>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FEDE488-304D-8F7B-7181-CB5794855926}"/>
              </a:ext>
            </a:extLst>
          </p:cNvPr>
          <p:cNvCxnSpPr>
            <a:cxnSpLocks/>
          </p:cNvCxnSpPr>
          <p:nvPr userDrawn="1"/>
        </p:nvCxnSpPr>
        <p:spPr>
          <a:xfrm>
            <a:off x="1565155" y="1983947"/>
            <a:ext cx="10626845"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640080" y="73152"/>
            <a:ext cx="3227832" cy="969264"/>
          </a:xfrm>
        </p:spPr>
        <p:txBody>
          <a:bodyPr/>
          <a:lstStyle>
            <a:lvl1pPr>
              <a:defRPr>
                <a:solidFill>
                  <a:schemeClr val="accent1"/>
                </a:solidFill>
              </a:defRPr>
            </a:lvl1pPr>
          </a:lstStyle>
          <a:p>
            <a:r>
              <a:rPr lang="en-US"/>
              <a:t>Click to edit Master title style</a:t>
            </a:r>
            <a:endParaRPr lang="en-US" dirty="0"/>
          </a:p>
        </p:txBody>
      </p:sp>
      <p:sp>
        <p:nvSpPr>
          <p:cNvPr id="32" name="Picture Placeholder 31">
            <a:extLst>
              <a:ext uri="{FF2B5EF4-FFF2-40B4-BE49-F238E27FC236}">
                <a16:creationId xmlns:a16="http://schemas.microsoft.com/office/drawing/2014/main" id="{87F13219-232C-C38C-7D86-D48FAC7D8270}"/>
              </a:ext>
            </a:extLst>
          </p:cNvPr>
          <p:cNvSpPr>
            <a:spLocks noGrp="1"/>
          </p:cNvSpPr>
          <p:nvPr>
            <p:ph type="pic" sz="quarter" idx="22"/>
          </p:nvPr>
        </p:nvSpPr>
        <p:spPr>
          <a:xfrm>
            <a:off x="594360"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19" name="Text Placeholder 2">
            <a:extLst>
              <a:ext uri="{FF2B5EF4-FFF2-40B4-BE49-F238E27FC236}">
                <a16:creationId xmlns:a16="http://schemas.microsoft.com/office/drawing/2014/main" id="{CB1722C2-4C66-F8BA-B3DD-6199116EFB25}"/>
              </a:ext>
            </a:extLst>
          </p:cNvPr>
          <p:cNvSpPr>
            <a:spLocks noGrp="1"/>
          </p:cNvSpPr>
          <p:nvPr>
            <p:ph type="body" idx="1"/>
          </p:nvPr>
        </p:nvSpPr>
        <p:spPr>
          <a:xfrm>
            <a:off x="51206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68F906E4-47B1-BEE5-E30F-146C6869BF2D}"/>
              </a:ext>
            </a:extLst>
          </p:cNvPr>
          <p:cNvSpPr>
            <a:spLocks noGrp="1"/>
          </p:cNvSpPr>
          <p:nvPr>
            <p:ph type="body" idx="17"/>
          </p:nvPr>
        </p:nvSpPr>
        <p:spPr>
          <a:xfrm>
            <a:off x="51206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3" name="Picture Placeholder 31">
            <a:extLst>
              <a:ext uri="{FF2B5EF4-FFF2-40B4-BE49-F238E27FC236}">
                <a16:creationId xmlns:a16="http://schemas.microsoft.com/office/drawing/2014/main" id="{F8C639A8-0897-2015-9829-94E98335DF21}"/>
              </a:ext>
            </a:extLst>
          </p:cNvPr>
          <p:cNvSpPr>
            <a:spLocks noGrp="1"/>
          </p:cNvSpPr>
          <p:nvPr>
            <p:ph type="pic" sz="quarter" idx="23"/>
          </p:nvPr>
        </p:nvSpPr>
        <p:spPr>
          <a:xfrm>
            <a:off x="3017520"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21" name="Text Placeholder 2">
            <a:extLst>
              <a:ext uri="{FF2B5EF4-FFF2-40B4-BE49-F238E27FC236}">
                <a16:creationId xmlns:a16="http://schemas.microsoft.com/office/drawing/2014/main" id="{EEF857FA-9C5E-BED3-1ABB-A734EE39340B}"/>
              </a:ext>
            </a:extLst>
          </p:cNvPr>
          <p:cNvSpPr>
            <a:spLocks noGrp="1"/>
          </p:cNvSpPr>
          <p:nvPr>
            <p:ph type="body" idx="14"/>
          </p:nvPr>
        </p:nvSpPr>
        <p:spPr>
          <a:xfrm>
            <a:off x="2916936"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5C6EFDC5-2080-3126-AB93-FB89817B2C28}"/>
              </a:ext>
            </a:extLst>
          </p:cNvPr>
          <p:cNvSpPr>
            <a:spLocks noGrp="1"/>
          </p:cNvSpPr>
          <p:nvPr>
            <p:ph type="body" idx="19"/>
          </p:nvPr>
        </p:nvSpPr>
        <p:spPr>
          <a:xfrm>
            <a:off x="2916936"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Picture Placeholder 31">
            <a:extLst>
              <a:ext uri="{FF2B5EF4-FFF2-40B4-BE49-F238E27FC236}">
                <a16:creationId xmlns:a16="http://schemas.microsoft.com/office/drawing/2014/main" id="{6CBA6ABC-D5D1-9758-59EA-8DE549CC612D}"/>
              </a:ext>
            </a:extLst>
          </p:cNvPr>
          <p:cNvSpPr>
            <a:spLocks noGrp="1"/>
          </p:cNvSpPr>
          <p:nvPr>
            <p:ph type="pic" sz="quarter" idx="24"/>
          </p:nvPr>
        </p:nvSpPr>
        <p:spPr>
          <a:xfrm>
            <a:off x="5440680"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22" name="Text Placeholder 2">
            <a:extLst>
              <a:ext uri="{FF2B5EF4-FFF2-40B4-BE49-F238E27FC236}">
                <a16:creationId xmlns:a16="http://schemas.microsoft.com/office/drawing/2014/main" id="{F990F14B-1D1F-AA8D-BB23-FA8F7EEF666B}"/>
              </a:ext>
            </a:extLst>
          </p:cNvPr>
          <p:cNvSpPr>
            <a:spLocks noGrp="1"/>
          </p:cNvSpPr>
          <p:nvPr>
            <p:ph type="body" idx="15"/>
          </p:nvPr>
        </p:nvSpPr>
        <p:spPr>
          <a:xfrm>
            <a:off x="535838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D6CD9CDA-E122-F6EB-30B5-26D7E17771AB}"/>
              </a:ext>
            </a:extLst>
          </p:cNvPr>
          <p:cNvSpPr>
            <a:spLocks noGrp="1"/>
          </p:cNvSpPr>
          <p:nvPr>
            <p:ph type="body" idx="20"/>
          </p:nvPr>
        </p:nvSpPr>
        <p:spPr>
          <a:xfrm>
            <a:off x="535838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Picture Placeholder 31">
            <a:extLst>
              <a:ext uri="{FF2B5EF4-FFF2-40B4-BE49-F238E27FC236}">
                <a16:creationId xmlns:a16="http://schemas.microsoft.com/office/drawing/2014/main" id="{8AC38C98-F011-6729-EA3D-B9F72D88DBB5}"/>
              </a:ext>
            </a:extLst>
          </p:cNvPr>
          <p:cNvSpPr>
            <a:spLocks noGrp="1"/>
          </p:cNvSpPr>
          <p:nvPr>
            <p:ph type="pic" sz="quarter" idx="25"/>
          </p:nvPr>
        </p:nvSpPr>
        <p:spPr>
          <a:xfrm>
            <a:off x="7744968"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01D32DAF-E8E7-6294-0961-BC9CCFB6F413}"/>
              </a:ext>
            </a:extLst>
          </p:cNvPr>
          <p:cNvSpPr>
            <a:spLocks noGrp="1"/>
          </p:cNvSpPr>
          <p:nvPr>
            <p:ph type="body" idx="16"/>
          </p:nvPr>
        </p:nvSpPr>
        <p:spPr>
          <a:xfrm>
            <a:off x="764438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C9875650-BD0D-32C5-3819-F8C14365B414}"/>
              </a:ext>
            </a:extLst>
          </p:cNvPr>
          <p:cNvSpPr>
            <a:spLocks noGrp="1"/>
          </p:cNvSpPr>
          <p:nvPr>
            <p:ph type="body" idx="21"/>
          </p:nvPr>
        </p:nvSpPr>
        <p:spPr>
          <a:xfrm>
            <a:off x="764438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Picture Placeholder 31">
            <a:extLst>
              <a:ext uri="{FF2B5EF4-FFF2-40B4-BE49-F238E27FC236}">
                <a16:creationId xmlns:a16="http://schemas.microsoft.com/office/drawing/2014/main" id="{40E68EB8-B0D8-E5D4-CE19-45219E4D7038}"/>
              </a:ext>
            </a:extLst>
          </p:cNvPr>
          <p:cNvSpPr>
            <a:spLocks noGrp="1"/>
          </p:cNvSpPr>
          <p:nvPr>
            <p:ph type="pic" sz="quarter" idx="26"/>
          </p:nvPr>
        </p:nvSpPr>
        <p:spPr>
          <a:xfrm>
            <a:off x="10204704"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20" name="Text Placeholder 4">
            <a:extLst>
              <a:ext uri="{FF2B5EF4-FFF2-40B4-BE49-F238E27FC236}">
                <a16:creationId xmlns:a16="http://schemas.microsoft.com/office/drawing/2014/main" id="{7D1D0610-E513-F5EA-0393-622F692CA0F2}"/>
              </a:ext>
            </a:extLst>
          </p:cNvPr>
          <p:cNvSpPr>
            <a:spLocks noGrp="1"/>
          </p:cNvSpPr>
          <p:nvPr>
            <p:ph type="body" sz="quarter" idx="3"/>
          </p:nvPr>
        </p:nvSpPr>
        <p:spPr>
          <a:xfrm>
            <a:off x="1011326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4">
            <a:extLst>
              <a:ext uri="{FF2B5EF4-FFF2-40B4-BE49-F238E27FC236}">
                <a16:creationId xmlns:a16="http://schemas.microsoft.com/office/drawing/2014/main" id="{3BF37293-4E33-5570-29ED-04EB525DD199}"/>
              </a:ext>
            </a:extLst>
          </p:cNvPr>
          <p:cNvSpPr>
            <a:spLocks noGrp="1"/>
          </p:cNvSpPr>
          <p:nvPr>
            <p:ph type="body" sz="quarter" idx="18"/>
          </p:nvPr>
        </p:nvSpPr>
        <p:spPr>
          <a:xfrm>
            <a:off x="1011326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8" name="Straight Connector 7">
            <a:extLst>
              <a:ext uri="{FF2B5EF4-FFF2-40B4-BE49-F238E27FC236}">
                <a16:creationId xmlns:a16="http://schemas.microsoft.com/office/drawing/2014/main" id="{DEEA677E-8DEA-5E75-BA4B-23D1BA7F8E99}"/>
              </a:ext>
            </a:extLst>
          </p:cNvPr>
          <p:cNvCxnSpPr>
            <a:cxnSpLocks/>
          </p:cNvCxnSpPr>
          <p:nvPr userDrawn="1"/>
        </p:nvCxnSpPr>
        <p:spPr>
          <a:xfrm>
            <a:off x="3866404" y="522548"/>
            <a:ext cx="832559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19DB-4A46-5428-C6CC-D0751895D66F}"/>
              </a:ext>
            </a:extLst>
          </p:cNvPr>
          <p:cNvCxnSpPr>
            <a:cxnSpLocks/>
          </p:cNvCxnSpPr>
          <p:nvPr userDrawn="1"/>
        </p:nvCxnSpPr>
        <p:spPr>
          <a:xfrm>
            <a:off x="0" y="5757057"/>
            <a:ext cx="8504858"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2B810B-B523-F767-647B-12432989B2E9}"/>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 Placeholder 16">
            <a:extLst>
              <a:ext uri="{FF2B5EF4-FFF2-40B4-BE49-F238E27FC236}">
                <a16:creationId xmlns:a16="http://schemas.microsoft.com/office/drawing/2014/main" id="{2A089CB3-1FD6-52E9-890B-0C5EC799D8A1}"/>
              </a:ext>
            </a:extLst>
          </p:cNvPr>
          <p:cNvSpPr>
            <a:spLocks noGrp="1"/>
          </p:cNvSpPr>
          <p:nvPr>
            <p:ph type="body" sz="quarter" idx="13"/>
          </p:nvPr>
        </p:nvSpPr>
        <p:spPr>
          <a:xfrm>
            <a:off x="8836655" y="5143104"/>
            <a:ext cx="3355345" cy="1252728"/>
          </a:xfrm>
        </p:spPr>
        <p:txBody>
          <a:bodyPr anchor="ctr"/>
          <a:lstStyle>
            <a:lvl1pPr marL="0" indent="0">
              <a:buNone/>
              <a:defRPr sz="4000">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1961278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672C-3B98-424B-3047-A14FF403A81D}"/>
              </a:ext>
            </a:extLst>
          </p:cNvPr>
          <p:cNvSpPr>
            <a:spLocks noGrp="1"/>
          </p:cNvSpPr>
          <p:nvPr>
            <p:ph type="title"/>
          </p:nvPr>
        </p:nvSpPr>
        <p:spPr>
          <a:xfrm>
            <a:off x="466344" y="36576"/>
            <a:ext cx="5294376" cy="969264"/>
          </a:xfrm>
        </p:spPr>
        <p:txBody>
          <a:bodyPr/>
          <a:lstStyle>
            <a:lvl1pPr>
              <a:lnSpc>
                <a:spcPct val="100000"/>
              </a:lnSpc>
              <a:defRPr>
                <a:solidFill>
                  <a:schemeClr val="accent1"/>
                </a:solidFill>
              </a:defRPr>
            </a:lvl1pPr>
          </a:lstStyle>
          <a:p>
            <a:r>
              <a:rPr lang="en-US"/>
              <a:t>Click to edit Master title style</a:t>
            </a:r>
            <a:endParaRPr lang="en-US" dirty="0"/>
          </a:p>
        </p:txBody>
      </p:sp>
      <p:sp>
        <p:nvSpPr>
          <p:cNvPr id="22" name="Picture Placeholder 20">
            <a:extLst>
              <a:ext uri="{FF2B5EF4-FFF2-40B4-BE49-F238E27FC236}">
                <a16:creationId xmlns:a16="http://schemas.microsoft.com/office/drawing/2014/main" id="{656258F0-1496-C756-9648-B7772E2B1113}"/>
              </a:ext>
            </a:extLst>
          </p:cNvPr>
          <p:cNvSpPr>
            <a:spLocks noGrp="1"/>
          </p:cNvSpPr>
          <p:nvPr>
            <p:ph type="pic" sz="quarter" idx="13"/>
          </p:nvPr>
        </p:nvSpPr>
        <p:spPr>
          <a:xfrm>
            <a:off x="444501" y="1592221"/>
            <a:ext cx="5207000" cy="4292599"/>
          </a:xfrm>
          <a:ln w="15875">
            <a:solidFill>
              <a:schemeClr val="accent1"/>
            </a:solidFill>
          </a:ln>
        </p:spPr>
        <p:txBody>
          <a:bodyPr anchor="ctr"/>
          <a:lstStyle>
            <a:lvl1pPr marL="0" indent="0" algn="ctr">
              <a:buFontTx/>
              <a:buNone/>
              <a:defRPr>
                <a:solidFill>
                  <a:schemeClr val="accent1"/>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39399D7D-8B9F-47AD-ACF1-0FAA45069006}"/>
              </a:ext>
            </a:extLst>
          </p:cNvPr>
          <p:cNvSpPr>
            <a:spLocks noGrp="1"/>
          </p:cNvSpPr>
          <p:nvPr>
            <p:ph type="body" idx="1"/>
          </p:nvPr>
        </p:nvSpPr>
        <p:spPr>
          <a:xfrm>
            <a:off x="6565392" y="740664"/>
            <a:ext cx="5157787" cy="466344"/>
          </a:xfrm>
        </p:spPr>
        <p:txBody>
          <a:bodyPr anchor="ctr"/>
          <a:lstStyle>
            <a:lvl1pPr marL="0" indent="0">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2E9DC0-11F7-BF92-00BF-7C7E94670C1C}"/>
              </a:ext>
            </a:extLst>
          </p:cNvPr>
          <p:cNvSpPr>
            <a:spLocks noGrp="1"/>
          </p:cNvSpPr>
          <p:nvPr>
            <p:ph sz="half" idx="2"/>
          </p:nvPr>
        </p:nvSpPr>
        <p:spPr>
          <a:xfrm>
            <a:off x="6565392" y="1417320"/>
            <a:ext cx="5157787" cy="2029968"/>
          </a:xfrm>
        </p:spPr>
        <p:txBody>
          <a:bodyPr/>
          <a:lstStyle>
            <a:lvl1pPr>
              <a:lnSpc>
                <a:spcPct val="100000"/>
              </a:lnSpc>
              <a:spcBef>
                <a:spcPts val="1800"/>
              </a:spcBef>
              <a:defRPr sz="1800">
                <a:solidFill>
                  <a:schemeClr val="accent1"/>
                </a:solidFill>
              </a:defRPr>
            </a:lvl1pPr>
            <a:lvl2pPr>
              <a:lnSpc>
                <a:spcPct val="100000"/>
              </a:lnSpc>
              <a:spcBef>
                <a:spcPts val="600"/>
              </a:spcBef>
              <a:defRPr sz="1600">
                <a:solidFill>
                  <a:schemeClr val="accent1"/>
                </a:solidFill>
              </a:defRPr>
            </a:lvl2pPr>
            <a:lvl3pPr>
              <a:lnSpc>
                <a:spcPct val="100000"/>
              </a:lnSpc>
              <a:spcBef>
                <a:spcPts val="600"/>
              </a:spcBef>
              <a:defRPr sz="1400">
                <a:solidFill>
                  <a:schemeClr val="accent1"/>
                </a:solidFill>
              </a:defRPr>
            </a:lvl3pPr>
            <a:lvl4pPr>
              <a:lnSpc>
                <a:spcPct val="100000"/>
              </a:lnSpc>
              <a:spcBef>
                <a:spcPts val="600"/>
              </a:spcBef>
              <a:defRPr sz="1200">
                <a:solidFill>
                  <a:schemeClr val="accent1"/>
                </a:solidFill>
              </a:defRPr>
            </a:lvl4pPr>
            <a:lvl5pPr>
              <a:lnSpc>
                <a:spcPct val="100000"/>
              </a:lnSpc>
              <a:spcBef>
                <a:spcPts val="60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A110F4B-383C-979A-7C67-60731A902CCF}"/>
              </a:ext>
            </a:extLst>
          </p:cNvPr>
          <p:cNvSpPr>
            <a:spLocks noGrp="1"/>
          </p:cNvSpPr>
          <p:nvPr>
            <p:ph type="body" sz="quarter" idx="3"/>
          </p:nvPr>
        </p:nvSpPr>
        <p:spPr>
          <a:xfrm>
            <a:off x="6565392" y="3941064"/>
            <a:ext cx="5183188" cy="466344"/>
          </a:xfrm>
        </p:spPr>
        <p:txBody>
          <a:bodyPr anchor="ctr"/>
          <a:lstStyle>
            <a:lvl1pPr marL="0" indent="0">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58E51B-C92F-F9B7-5D67-2EE0685CCF12}"/>
              </a:ext>
            </a:extLst>
          </p:cNvPr>
          <p:cNvSpPr>
            <a:spLocks noGrp="1"/>
          </p:cNvSpPr>
          <p:nvPr>
            <p:ph sz="quarter" idx="4"/>
          </p:nvPr>
        </p:nvSpPr>
        <p:spPr>
          <a:xfrm>
            <a:off x="6565392" y="4485555"/>
            <a:ext cx="5183188" cy="1197864"/>
          </a:xfrm>
        </p:spPr>
        <p:txBody>
          <a:bodyPr/>
          <a:lstStyle>
            <a:lvl1pPr>
              <a:lnSpc>
                <a:spcPct val="100000"/>
              </a:lnSpc>
              <a:spcBef>
                <a:spcPts val="1800"/>
              </a:spcBef>
              <a:defRPr sz="1800">
                <a:solidFill>
                  <a:schemeClr val="accent1"/>
                </a:solidFill>
              </a:defRPr>
            </a:lvl1pPr>
            <a:lvl2pPr>
              <a:lnSpc>
                <a:spcPct val="100000"/>
              </a:lnSpc>
              <a:spcBef>
                <a:spcPts val="600"/>
              </a:spcBef>
              <a:defRPr sz="1600">
                <a:solidFill>
                  <a:schemeClr val="accent1"/>
                </a:solidFill>
              </a:defRPr>
            </a:lvl2pPr>
            <a:lvl3pPr>
              <a:lnSpc>
                <a:spcPct val="100000"/>
              </a:lnSpc>
              <a:spcBef>
                <a:spcPts val="600"/>
              </a:spcBef>
              <a:defRPr sz="1400">
                <a:solidFill>
                  <a:schemeClr val="accent1"/>
                </a:solidFill>
              </a:defRPr>
            </a:lvl3pPr>
            <a:lvl4pPr>
              <a:lnSpc>
                <a:spcPct val="100000"/>
              </a:lnSpc>
              <a:spcBef>
                <a:spcPts val="600"/>
              </a:spcBef>
              <a:defRPr sz="1200">
                <a:solidFill>
                  <a:schemeClr val="accent1"/>
                </a:solidFill>
              </a:defRPr>
            </a:lvl4pPr>
            <a:lvl5pPr>
              <a:lnSpc>
                <a:spcPct val="100000"/>
              </a:lnSpc>
              <a:spcBef>
                <a:spcPts val="60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F376A9B-4626-290B-917F-B57D35120DB4}"/>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8" name="Footer Placeholder 7">
            <a:extLst>
              <a:ext uri="{FF2B5EF4-FFF2-40B4-BE49-F238E27FC236}">
                <a16:creationId xmlns:a16="http://schemas.microsoft.com/office/drawing/2014/main" id="{7147E33F-E2CD-B99B-7A79-CDC2550A1465}"/>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7" name="Date Placeholder 6">
            <a:extLst>
              <a:ext uri="{FF2B5EF4-FFF2-40B4-BE49-F238E27FC236}">
                <a16:creationId xmlns:a16="http://schemas.microsoft.com/office/drawing/2014/main" id="{7427C822-3603-1035-6BD5-07AEADACE876}"/>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11" name="Straight Connector 10">
            <a:extLst>
              <a:ext uri="{FF2B5EF4-FFF2-40B4-BE49-F238E27FC236}">
                <a16:creationId xmlns:a16="http://schemas.microsoft.com/office/drawing/2014/main" id="{BE816DB4-C374-189A-F1F8-5F1B43EC2B71}"/>
              </a:ext>
            </a:extLst>
          </p:cNvPr>
          <p:cNvCxnSpPr>
            <a:cxnSpLocks/>
          </p:cNvCxnSpPr>
          <p:nvPr userDrawn="1"/>
        </p:nvCxnSpPr>
        <p:spPr>
          <a:xfrm>
            <a:off x="0" y="1037557"/>
            <a:ext cx="6096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FEC7540-FB09-0AE1-04FF-3706800F4DB6}"/>
              </a:ext>
            </a:extLst>
          </p:cNvPr>
          <p:cNvCxnSpPr>
            <a:cxnSpLocks/>
          </p:cNvCxnSpPr>
          <p:nvPr userDrawn="1"/>
        </p:nvCxnSpPr>
        <p:spPr>
          <a:xfrm flipV="1">
            <a:off x="6096000" y="0"/>
            <a:ext cx="0" cy="643948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9421D4-0B4D-95CB-4FCB-E139DCBAD9BB}"/>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848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B0F0B75-DD75-7194-E40A-3AA5DD203B15}"/>
              </a:ext>
            </a:extLst>
          </p:cNvPr>
          <p:cNvSpPr/>
          <p:nvPr userDrawn="1"/>
        </p:nvSpPr>
        <p:spPr>
          <a:xfrm>
            <a:off x="3886830" y="1031243"/>
            <a:ext cx="7906804" cy="540624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20000"/>
                  <a:lumOff val="80000"/>
                </a:schemeClr>
              </a:solidFill>
            </a:endParaRPr>
          </a:p>
        </p:txBody>
      </p:sp>
      <p:sp>
        <p:nvSpPr>
          <p:cNvPr id="9" name="Rectangle 8">
            <a:extLst>
              <a:ext uri="{FF2B5EF4-FFF2-40B4-BE49-F238E27FC236}">
                <a16:creationId xmlns:a16="http://schemas.microsoft.com/office/drawing/2014/main" id="{AEB85F28-9AE2-01CA-E801-96F2F2ACC4FE}"/>
              </a:ext>
            </a:extLst>
          </p:cNvPr>
          <p:cNvSpPr/>
          <p:nvPr userDrawn="1"/>
        </p:nvSpPr>
        <p:spPr>
          <a:xfrm>
            <a:off x="409046" y="1042071"/>
            <a:ext cx="3455590" cy="5395417"/>
          </a:xfrm>
          <a:prstGeom prst="rect">
            <a:avLst/>
          </a:prstGeom>
          <a:solidFill>
            <a:schemeClr val="accent6">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2039112" y="64008"/>
            <a:ext cx="8165592" cy="969264"/>
          </a:xfrm>
        </p:spPr>
        <p:txBody>
          <a:bodyPr/>
          <a:lstStyle>
            <a:lvl1pPr algn="ctr">
              <a:defRPr/>
            </a:lvl1pPr>
          </a:lstStyle>
          <a:p>
            <a:r>
              <a:rPr lang="en-US"/>
              <a:t>Click to edit Master title style</a:t>
            </a:r>
            <a:endParaRPr lang="en-US" dirty="0"/>
          </a:p>
        </p:txBody>
      </p:sp>
      <p:sp>
        <p:nvSpPr>
          <p:cNvPr id="21" name="Text Placeholder 2">
            <a:extLst>
              <a:ext uri="{FF2B5EF4-FFF2-40B4-BE49-F238E27FC236}">
                <a16:creationId xmlns:a16="http://schemas.microsoft.com/office/drawing/2014/main" id="{77B3A0F7-4877-4804-831D-E094CB4C49B3}"/>
              </a:ext>
            </a:extLst>
          </p:cNvPr>
          <p:cNvSpPr>
            <a:spLocks noGrp="1"/>
          </p:cNvSpPr>
          <p:nvPr>
            <p:ph type="body" idx="13"/>
          </p:nvPr>
        </p:nvSpPr>
        <p:spPr>
          <a:xfrm>
            <a:off x="667512" y="1673352"/>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4114800" y="1307592"/>
            <a:ext cx="7598664" cy="1197864"/>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4">
            <a:extLst>
              <a:ext uri="{FF2B5EF4-FFF2-40B4-BE49-F238E27FC236}">
                <a16:creationId xmlns:a16="http://schemas.microsoft.com/office/drawing/2014/main" id="{5160F9ED-11F2-C22D-919C-AD28524B1305}"/>
              </a:ext>
            </a:extLst>
          </p:cNvPr>
          <p:cNvSpPr>
            <a:spLocks noGrp="1"/>
          </p:cNvSpPr>
          <p:nvPr>
            <p:ph type="body" sz="quarter" idx="14"/>
          </p:nvPr>
        </p:nvSpPr>
        <p:spPr>
          <a:xfrm>
            <a:off x="667512" y="3452264"/>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2">
            <a:extLst>
              <a:ext uri="{FF2B5EF4-FFF2-40B4-BE49-F238E27FC236}">
                <a16:creationId xmlns:a16="http://schemas.microsoft.com/office/drawing/2014/main" id="{8C5B491A-910D-96D7-7910-D672B6313334}"/>
              </a:ext>
            </a:extLst>
          </p:cNvPr>
          <p:cNvSpPr>
            <a:spLocks noGrp="1"/>
          </p:cNvSpPr>
          <p:nvPr>
            <p:ph idx="15"/>
          </p:nvPr>
        </p:nvSpPr>
        <p:spPr>
          <a:xfrm>
            <a:off x="4123102" y="3086504"/>
            <a:ext cx="7598664" cy="1197864"/>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C7845D54-C197-EEDA-099F-45ED6EC803CE}"/>
              </a:ext>
            </a:extLst>
          </p:cNvPr>
          <p:cNvSpPr>
            <a:spLocks noGrp="1"/>
          </p:cNvSpPr>
          <p:nvPr>
            <p:ph type="body" sz="quarter" idx="3"/>
          </p:nvPr>
        </p:nvSpPr>
        <p:spPr>
          <a:xfrm>
            <a:off x="667512" y="5288457"/>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2">
            <a:extLst>
              <a:ext uri="{FF2B5EF4-FFF2-40B4-BE49-F238E27FC236}">
                <a16:creationId xmlns:a16="http://schemas.microsoft.com/office/drawing/2014/main" id="{B00C50B6-D96C-CEAF-4897-329D7DBC41E1}"/>
              </a:ext>
            </a:extLst>
          </p:cNvPr>
          <p:cNvSpPr>
            <a:spLocks noGrp="1"/>
          </p:cNvSpPr>
          <p:nvPr>
            <p:ph idx="16"/>
          </p:nvPr>
        </p:nvSpPr>
        <p:spPr>
          <a:xfrm>
            <a:off x="4114800" y="4922697"/>
            <a:ext cx="7598664" cy="1197864"/>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p>
            <a:r>
              <a:rPr lang="en-US"/>
              <a:t>20XX</a:t>
            </a:r>
            <a:endParaRPr lang="en-US" dirty="0"/>
          </a:p>
        </p:txBody>
      </p:sp>
      <p:cxnSp>
        <p:nvCxnSpPr>
          <p:cNvPr id="8" name="Straight Connector 7">
            <a:extLst>
              <a:ext uri="{FF2B5EF4-FFF2-40B4-BE49-F238E27FC236}">
                <a16:creationId xmlns:a16="http://schemas.microsoft.com/office/drawing/2014/main" id="{B8A273E5-D639-4F22-9056-01A62C38E224}"/>
              </a:ext>
            </a:extLst>
          </p:cNvPr>
          <p:cNvCxnSpPr>
            <a:cxnSpLocks/>
          </p:cNvCxnSpPr>
          <p:nvPr userDrawn="1"/>
        </p:nvCxnSpPr>
        <p:spPr>
          <a:xfrm>
            <a:off x="398366" y="103869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96F1646-E658-90F3-D203-86B50D2F5DEF}"/>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793165-641B-DB78-F1A5-573C6041DE9A}"/>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121FCC-C1AD-FD70-0727-3D611AEFAAD4}"/>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3890A2E-4E9B-29B4-124F-FBBCB462EB7C}"/>
              </a:ext>
            </a:extLst>
          </p:cNvPr>
          <p:cNvCxnSpPr>
            <a:cxnSpLocks/>
          </p:cNvCxnSpPr>
          <p:nvPr userDrawn="1"/>
        </p:nvCxnSpPr>
        <p:spPr>
          <a:xfrm>
            <a:off x="398366" y="2767098"/>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256AAD6-732C-A795-FCB1-69CE94E3F1C4}"/>
              </a:ext>
            </a:extLst>
          </p:cNvPr>
          <p:cNvCxnSpPr>
            <a:cxnSpLocks/>
          </p:cNvCxnSpPr>
          <p:nvPr userDrawn="1"/>
        </p:nvCxnSpPr>
        <p:spPr>
          <a:xfrm>
            <a:off x="398366" y="4603773"/>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2162417-AD43-4C6C-A3F2-EC7D979B702A}"/>
              </a:ext>
            </a:extLst>
          </p:cNvPr>
          <p:cNvCxnSpPr>
            <a:cxnSpLocks/>
          </p:cNvCxnSpPr>
          <p:nvPr userDrawn="1"/>
        </p:nvCxnSpPr>
        <p:spPr>
          <a:xfrm flipV="1">
            <a:off x="3864636" y="1031243"/>
            <a:ext cx="0" cy="54072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7348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A4D4F6-5B85-FBD0-E507-B32E94BF2066}"/>
              </a:ext>
            </a:extLst>
          </p:cNvPr>
          <p:cNvSpPr/>
          <p:nvPr userDrawn="1"/>
        </p:nvSpPr>
        <p:spPr>
          <a:xfrm>
            <a:off x="3886830" y="1031243"/>
            <a:ext cx="7906804" cy="540624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20000"/>
                  <a:lumOff val="80000"/>
                </a:schemeClr>
              </a:solidFill>
            </a:endParaRPr>
          </a:p>
        </p:txBody>
      </p:sp>
      <p:sp>
        <p:nvSpPr>
          <p:cNvPr id="11" name="Rectangle 10">
            <a:extLst>
              <a:ext uri="{FF2B5EF4-FFF2-40B4-BE49-F238E27FC236}">
                <a16:creationId xmlns:a16="http://schemas.microsoft.com/office/drawing/2014/main" id="{FD7666C5-50ED-BD11-EBB3-5068C0F8FE27}"/>
              </a:ext>
            </a:extLst>
          </p:cNvPr>
          <p:cNvSpPr/>
          <p:nvPr userDrawn="1"/>
        </p:nvSpPr>
        <p:spPr>
          <a:xfrm>
            <a:off x="409046" y="1042071"/>
            <a:ext cx="3455590" cy="5395417"/>
          </a:xfrm>
          <a:prstGeom prst="rect">
            <a:avLst/>
          </a:prstGeom>
          <a:solidFill>
            <a:schemeClr val="accent6">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itle 1">
            <a:extLst>
              <a:ext uri="{FF2B5EF4-FFF2-40B4-BE49-F238E27FC236}">
                <a16:creationId xmlns:a16="http://schemas.microsoft.com/office/drawing/2014/main" id="{2EAF0B87-8A17-7C9D-202E-F0AC8A92072C}"/>
              </a:ext>
            </a:extLst>
          </p:cNvPr>
          <p:cNvSpPr>
            <a:spLocks noGrp="1"/>
          </p:cNvSpPr>
          <p:nvPr>
            <p:ph type="title"/>
          </p:nvPr>
        </p:nvSpPr>
        <p:spPr>
          <a:xfrm>
            <a:off x="2039112" y="64008"/>
            <a:ext cx="8165592" cy="969264"/>
          </a:xfrm>
        </p:spPr>
        <p:txBody>
          <a:bodyPr/>
          <a:lstStyle>
            <a:lvl1pPr algn="ctr">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C766325D-8175-9B95-4BB6-87E3195AAD33}"/>
              </a:ext>
            </a:extLst>
          </p:cNvPr>
          <p:cNvSpPr>
            <a:spLocks noGrp="1"/>
          </p:cNvSpPr>
          <p:nvPr>
            <p:ph type="body" idx="13"/>
          </p:nvPr>
        </p:nvSpPr>
        <p:spPr>
          <a:xfrm>
            <a:off x="667512" y="2155720"/>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Content Placeholder 2">
            <a:extLst>
              <a:ext uri="{FF2B5EF4-FFF2-40B4-BE49-F238E27FC236}">
                <a16:creationId xmlns:a16="http://schemas.microsoft.com/office/drawing/2014/main" id="{5F9AFE21-B015-59CC-B869-6CA584CD8768}"/>
              </a:ext>
            </a:extLst>
          </p:cNvPr>
          <p:cNvSpPr>
            <a:spLocks noGrp="1"/>
          </p:cNvSpPr>
          <p:nvPr>
            <p:ph idx="1"/>
          </p:nvPr>
        </p:nvSpPr>
        <p:spPr>
          <a:xfrm>
            <a:off x="4114800" y="1283336"/>
            <a:ext cx="7598664" cy="2211112"/>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4">
            <a:extLst>
              <a:ext uri="{FF2B5EF4-FFF2-40B4-BE49-F238E27FC236}">
                <a16:creationId xmlns:a16="http://schemas.microsoft.com/office/drawing/2014/main" id="{81CCD754-FDAD-02A0-CC23-AE197F4DA1BE}"/>
              </a:ext>
            </a:extLst>
          </p:cNvPr>
          <p:cNvSpPr>
            <a:spLocks noGrp="1"/>
          </p:cNvSpPr>
          <p:nvPr>
            <p:ph type="body" sz="quarter" idx="3"/>
          </p:nvPr>
        </p:nvSpPr>
        <p:spPr>
          <a:xfrm>
            <a:off x="667512" y="4856116"/>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Content Placeholder 2">
            <a:extLst>
              <a:ext uri="{FF2B5EF4-FFF2-40B4-BE49-F238E27FC236}">
                <a16:creationId xmlns:a16="http://schemas.microsoft.com/office/drawing/2014/main" id="{8DA3CBCD-145A-E531-00B6-F66E3BB91D36}"/>
              </a:ext>
            </a:extLst>
          </p:cNvPr>
          <p:cNvSpPr>
            <a:spLocks noGrp="1"/>
          </p:cNvSpPr>
          <p:nvPr>
            <p:ph idx="16"/>
          </p:nvPr>
        </p:nvSpPr>
        <p:spPr>
          <a:xfrm>
            <a:off x="4114800" y="3983732"/>
            <a:ext cx="7598664" cy="2211112"/>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Slide Number Placeholder 5">
            <a:extLst>
              <a:ext uri="{FF2B5EF4-FFF2-40B4-BE49-F238E27FC236}">
                <a16:creationId xmlns:a16="http://schemas.microsoft.com/office/drawing/2014/main" id="{C8C7A88B-B5E6-DF17-298C-3F1D6F2BB4B3}"/>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26" name="Footer Placeholder 4">
            <a:extLst>
              <a:ext uri="{FF2B5EF4-FFF2-40B4-BE49-F238E27FC236}">
                <a16:creationId xmlns:a16="http://schemas.microsoft.com/office/drawing/2014/main" id="{F6BF98F2-CC55-EA67-AFEB-3B9BDA92BA8E}"/>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25" name="Date Placeholder 3">
            <a:extLst>
              <a:ext uri="{FF2B5EF4-FFF2-40B4-BE49-F238E27FC236}">
                <a16:creationId xmlns:a16="http://schemas.microsoft.com/office/drawing/2014/main" id="{80D6DCDD-07F4-F7F0-12E1-CAF3B5CCCE7E}"/>
              </a:ext>
            </a:extLst>
          </p:cNvPr>
          <p:cNvSpPr>
            <a:spLocks noGrp="1"/>
          </p:cNvSpPr>
          <p:nvPr>
            <p:ph type="dt" sz="half" idx="10"/>
          </p:nvPr>
        </p:nvSpPr>
        <p:spPr>
          <a:xfrm>
            <a:off x="10622471" y="6517634"/>
            <a:ext cx="950260" cy="274320"/>
          </a:xfrm>
        </p:spPr>
        <p:txBody>
          <a:bodyPr/>
          <a:lstStyle/>
          <a:p>
            <a:r>
              <a:rPr lang="en-US"/>
              <a:t>20XX</a:t>
            </a:r>
            <a:endParaRPr lang="en-US" dirty="0"/>
          </a:p>
        </p:txBody>
      </p:sp>
      <p:cxnSp>
        <p:nvCxnSpPr>
          <p:cNvPr id="28" name="Straight Connector 27">
            <a:extLst>
              <a:ext uri="{FF2B5EF4-FFF2-40B4-BE49-F238E27FC236}">
                <a16:creationId xmlns:a16="http://schemas.microsoft.com/office/drawing/2014/main" id="{F526EBCF-823D-784A-BF8D-A377758CEB81}"/>
              </a:ext>
            </a:extLst>
          </p:cNvPr>
          <p:cNvCxnSpPr>
            <a:cxnSpLocks/>
          </p:cNvCxnSpPr>
          <p:nvPr userDrawn="1"/>
        </p:nvCxnSpPr>
        <p:spPr>
          <a:xfrm>
            <a:off x="398366" y="103869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D6E25F4-4D19-CCBB-9F09-7369C86AAD57}"/>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6A4D074-D2CA-D6E0-115B-1CEDA471F0F3}"/>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B039A31-257E-2036-4142-307DD91B05CC}"/>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39C06B9-E1A2-A881-C800-86FBB69963F9}"/>
              </a:ext>
            </a:extLst>
          </p:cNvPr>
          <p:cNvCxnSpPr>
            <a:cxnSpLocks/>
          </p:cNvCxnSpPr>
          <p:nvPr userDrawn="1"/>
        </p:nvCxnSpPr>
        <p:spPr>
          <a:xfrm>
            <a:off x="398366" y="3739090"/>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DDBBDAB-1770-6117-02A2-DF798EAD6320}"/>
              </a:ext>
            </a:extLst>
          </p:cNvPr>
          <p:cNvCxnSpPr>
            <a:cxnSpLocks/>
          </p:cNvCxnSpPr>
          <p:nvPr userDrawn="1"/>
        </p:nvCxnSpPr>
        <p:spPr>
          <a:xfrm flipV="1">
            <a:off x="3864636" y="1031243"/>
            <a:ext cx="0" cy="54072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7785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4">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5833872" y="4389120"/>
            <a:ext cx="4709160" cy="1645920"/>
          </a:xfrm>
        </p:spPr>
        <p:txBody>
          <a:bodyPr/>
          <a:lstStyle>
            <a:lvl1pPr algn="ctr">
              <a:defRPr sz="7200">
                <a:solidFill>
                  <a:schemeClr val="accent1"/>
                </a:solidFill>
              </a:defRPr>
            </a:lvl1pPr>
          </a:lstStyle>
          <a:p>
            <a:r>
              <a:rPr lang="en-US"/>
              <a:t>Click to edit Master title style</a:t>
            </a:r>
            <a:endParaRPr lang="en-US" dirty="0"/>
          </a:p>
        </p:txBody>
      </p:sp>
      <p:sp>
        <p:nvSpPr>
          <p:cNvPr id="23" name="Content Placeholder 2">
            <a:extLst>
              <a:ext uri="{FF2B5EF4-FFF2-40B4-BE49-F238E27FC236}">
                <a16:creationId xmlns:a16="http://schemas.microsoft.com/office/drawing/2014/main" id="{FD728F67-F092-A253-7F58-A329D8F43858}"/>
              </a:ext>
            </a:extLst>
          </p:cNvPr>
          <p:cNvSpPr>
            <a:spLocks noGrp="1"/>
          </p:cNvSpPr>
          <p:nvPr>
            <p:ph idx="1"/>
          </p:nvPr>
        </p:nvSpPr>
        <p:spPr>
          <a:xfrm>
            <a:off x="2011680" y="2130552"/>
            <a:ext cx="8165592" cy="1755648"/>
          </a:xfrm>
        </p:spPr>
        <p:txBody>
          <a:bodyPr/>
          <a:lstStyle>
            <a:lvl1pPr marL="0" indent="0">
              <a:lnSpc>
                <a:spcPct val="100000"/>
              </a:lnSpc>
              <a:buNone/>
              <a:defRPr sz="1800">
                <a:solidFill>
                  <a:schemeClr val="accent1"/>
                </a:solidFill>
              </a:defRPr>
            </a:lvl1pPr>
            <a:lvl2pPr marL="566928" indent="-283464">
              <a:lnSpc>
                <a:spcPct val="100000"/>
              </a:lnSpc>
              <a:buFont typeface="Wingdings" panose="05000000000000000000" pitchFamily="2" charset="2"/>
              <a:buChar char="§"/>
              <a:defRPr sz="1600">
                <a:solidFill>
                  <a:schemeClr val="accent1"/>
                </a:solidFill>
              </a:defRPr>
            </a:lvl2pPr>
            <a:lvl3pPr marL="850392" indent="-283464">
              <a:lnSpc>
                <a:spcPct val="100000"/>
              </a:lnSpc>
              <a:buFont typeface="Wingdings" panose="05000000000000000000" pitchFamily="2" charset="2"/>
              <a:buChar char="§"/>
              <a:defRPr sz="1400">
                <a:solidFill>
                  <a:schemeClr val="accent1"/>
                </a:solidFill>
              </a:defRPr>
            </a:lvl3pPr>
            <a:lvl4pPr marL="1133856" indent="-283464">
              <a:lnSpc>
                <a:spcPct val="100000"/>
              </a:lnSpc>
              <a:buFont typeface="Wingdings" panose="05000000000000000000" pitchFamily="2" charset="2"/>
              <a:buChar char="§"/>
              <a:defRPr sz="1200">
                <a:solidFill>
                  <a:schemeClr val="accent1"/>
                </a:solidFill>
              </a:defRPr>
            </a:lvl4pPr>
            <a:lvl5pPr marL="1417320" indent="-283464">
              <a:lnSpc>
                <a:spcPct val="100000"/>
              </a:lnSpc>
              <a:buFont typeface="Wingdings" panose="05000000000000000000" pitchFamily="2" charset="2"/>
              <a:buChar char="§"/>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16" name="Straight Connector 15">
            <a:extLst>
              <a:ext uri="{FF2B5EF4-FFF2-40B4-BE49-F238E27FC236}">
                <a16:creationId xmlns:a16="http://schemas.microsoft.com/office/drawing/2014/main" id="{B9E5CB43-9C58-7065-8F71-3D1335DCA2E8}"/>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7C51743-4A18-4275-9C86-2A02654EB16B}"/>
              </a:ext>
            </a:extLst>
          </p:cNvPr>
          <p:cNvSpPr/>
          <p:nvPr userDrawn="1"/>
        </p:nvSpPr>
        <p:spPr>
          <a:xfrm>
            <a:off x="1509823" y="1188365"/>
            <a:ext cx="9172353" cy="4481269"/>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a:extLst>
              <a:ext uri="{FF2B5EF4-FFF2-40B4-BE49-F238E27FC236}">
                <a16:creationId xmlns:a16="http://schemas.microsoft.com/office/drawing/2014/main" id="{50105206-25D5-CAFF-D01A-6C366A0DDD06}"/>
              </a:ext>
            </a:extLst>
          </p:cNvPr>
          <p:cNvCxnSpPr>
            <a:cxnSpLocks/>
          </p:cNvCxnSpPr>
          <p:nvPr userDrawn="1"/>
        </p:nvCxnSpPr>
        <p:spPr>
          <a:xfrm>
            <a:off x="0" y="5208047"/>
            <a:ext cx="583775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68D0A6-8634-2DEB-AE13-929FDDFD954E}"/>
              </a:ext>
            </a:extLst>
          </p:cNvPr>
          <p:cNvCxnSpPr>
            <a:cxnSpLocks/>
          </p:cNvCxnSpPr>
          <p:nvPr userDrawn="1"/>
        </p:nvCxnSpPr>
        <p:spPr>
          <a:xfrm>
            <a:off x="10546079" y="5220132"/>
            <a:ext cx="1645921"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7668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5495544" y="731520"/>
            <a:ext cx="5952744" cy="1645920"/>
          </a:xfrm>
        </p:spPr>
        <p:txBody>
          <a:bodyPr/>
          <a:lstStyle>
            <a:lvl1pPr algn="l">
              <a:defRPr sz="7200"/>
            </a:lvl1pPr>
          </a:lstStyle>
          <a:p>
            <a:r>
              <a:rPr lang="en-US"/>
              <a:t>Click to edit Master title style</a:t>
            </a:r>
            <a:endParaRPr lang="en-US" dirty="0"/>
          </a:p>
        </p:txBody>
      </p:sp>
      <p:sp>
        <p:nvSpPr>
          <p:cNvPr id="20" name="Picture Placeholder 19">
            <a:extLst>
              <a:ext uri="{FF2B5EF4-FFF2-40B4-BE49-F238E27FC236}">
                <a16:creationId xmlns:a16="http://schemas.microsoft.com/office/drawing/2014/main" id="{2AA6941D-E239-2A54-E6C1-1574E59717D1}"/>
              </a:ext>
            </a:extLst>
          </p:cNvPr>
          <p:cNvSpPr>
            <a:spLocks noGrp="1"/>
          </p:cNvSpPr>
          <p:nvPr>
            <p:ph type="pic" sz="quarter" idx="13"/>
          </p:nvPr>
        </p:nvSpPr>
        <p:spPr>
          <a:xfrm>
            <a:off x="0" y="0"/>
            <a:ext cx="4872540" cy="6858000"/>
          </a:xfrm>
          <a:ln w="15875">
            <a:solidFill>
              <a:schemeClr val="tx1"/>
            </a:solidFill>
          </a:ln>
        </p:spPr>
        <p:txBody>
          <a:bodyPr anchor="ctr"/>
          <a:lstStyle>
            <a:lvl1pPr marL="0" indent="0" algn="ctr">
              <a:buNone/>
              <a:defRPr/>
            </a:lvl1pPr>
          </a:lstStyle>
          <a:p>
            <a:r>
              <a:rPr lang="en-US"/>
              <a:t>Click icon to add picture</a:t>
            </a:r>
            <a:endParaRPr lang="en-US" dirty="0"/>
          </a:p>
        </p:txBody>
      </p:sp>
      <p:cxnSp>
        <p:nvCxnSpPr>
          <p:cNvPr id="9" name="Straight Connector 8">
            <a:extLst>
              <a:ext uri="{FF2B5EF4-FFF2-40B4-BE49-F238E27FC236}">
                <a16:creationId xmlns:a16="http://schemas.microsoft.com/office/drawing/2014/main" id="{644C3332-D605-38F6-7D05-D7B329747768}"/>
              </a:ext>
            </a:extLst>
          </p:cNvPr>
          <p:cNvCxnSpPr>
            <a:cxnSpLocks/>
          </p:cNvCxnSpPr>
          <p:nvPr userDrawn="1"/>
        </p:nvCxnSpPr>
        <p:spPr>
          <a:xfrm>
            <a:off x="4863079" y="4150757"/>
            <a:ext cx="73289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7B2C081-8C69-001E-872F-68A1B1E48B94}"/>
              </a:ext>
            </a:extLst>
          </p:cNvPr>
          <p:cNvCxnSpPr>
            <a:cxnSpLocks/>
          </p:cNvCxnSpPr>
          <p:nvPr userDrawn="1"/>
        </p:nvCxnSpPr>
        <p:spPr>
          <a:xfrm>
            <a:off x="4872540" y="5515589"/>
            <a:ext cx="73289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5613557-EA43-56E7-5DE1-8A9813B2D7EB}"/>
              </a:ext>
            </a:extLst>
          </p:cNvPr>
          <p:cNvCxnSpPr>
            <a:cxnSpLocks/>
          </p:cNvCxnSpPr>
          <p:nvPr userDrawn="1"/>
        </p:nvCxnSpPr>
        <p:spPr>
          <a:xfrm>
            <a:off x="4872540" y="2766534"/>
            <a:ext cx="73289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0CA79F44-DB47-D961-5554-E6CEF0F31D75}"/>
              </a:ext>
            </a:extLst>
          </p:cNvPr>
          <p:cNvSpPr>
            <a:spLocks noGrp="1"/>
          </p:cNvSpPr>
          <p:nvPr>
            <p:ph type="body" sz="quarter" idx="14"/>
          </p:nvPr>
        </p:nvSpPr>
        <p:spPr>
          <a:xfrm>
            <a:off x="5495545" y="3191256"/>
            <a:ext cx="5953506" cy="731520"/>
          </a:xfrm>
        </p:spPr>
        <p:txBody>
          <a:bodyPr anchor="ctr"/>
          <a:lstStyle>
            <a:lvl1pPr marL="0" indent="0">
              <a:spcBef>
                <a:spcPts val="0"/>
              </a:spcBef>
              <a:buNone/>
              <a:defRPr sz="2400" baseline="0">
                <a:latin typeface="+mj-lt"/>
              </a:defRPr>
            </a:lvl1pPr>
          </a:lstStyle>
          <a:p>
            <a:pPr lvl="0"/>
            <a:r>
              <a:rPr lang="en-US"/>
              <a:t>Click to edit Master text styles</a:t>
            </a:r>
          </a:p>
        </p:txBody>
      </p:sp>
      <p:sp>
        <p:nvSpPr>
          <p:cNvPr id="23" name="Text Placeholder 21">
            <a:extLst>
              <a:ext uri="{FF2B5EF4-FFF2-40B4-BE49-F238E27FC236}">
                <a16:creationId xmlns:a16="http://schemas.microsoft.com/office/drawing/2014/main" id="{D8CB894C-EA47-EEFE-AB8C-A9B9B10EDFAC}"/>
              </a:ext>
            </a:extLst>
          </p:cNvPr>
          <p:cNvSpPr>
            <a:spLocks noGrp="1"/>
          </p:cNvSpPr>
          <p:nvPr>
            <p:ph type="body" sz="quarter" idx="15"/>
          </p:nvPr>
        </p:nvSpPr>
        <p:spPr>
          <a:xfrm>
            <a:off x="5494782" y="4498848"/>
            <a:ext cx="5953506" cy="731520"/>
          </a:xfrm>
        </p:spPr>
        <p:txBody>
          <a:bodyPr anchor="ctr"/>
          <a:lstStyle>
            <a:lvl1pPr marL="0" indent="0">
              <a:spcBef>
                <a:spcPts val="0"/>
              </a:spcBef>
              <a:buNone/>
              <a:defRPr sz="2400" baseline="0">
                <a:latin typeface="+mj-lt"/>
              </a:defRPr>
            </a:lvl1pPr>
          </a:lstStyle>
          <a:p>
            <a:pPr lvl="0"/>
            <a:r>
              <a:rPr lang="en-US"/>
              <a:t>Click to edit Master text styles</a:t>
            </a:r>
          </a:p>
        </p:txBody>
      </p:sp>
      <p:sp>
        <p:nvSpPr>
          <p:cNvPr id="24" name="Text Placeholder 21">
            <a:extLst>
              <a:ext uri="{FF2B5EF4-FFF2-40B4-BE49-F238E27FC236}">
                <a16:creationId xmlns:a16="http://schemas.microsoft.com/office/drawing/2014/main" id="{B3C09B13-9367-B435-A76A-9DBB1332FC5F}"/>
              </a:ext>
            </a:extLst>
          </p:cNvPr>
          <p:cNvSpPr>
            <a:spLocks noGrp="1"/>
          </p:cNvSpPr>
          <p:nvPr>
            <p:ph type="body" sz="quarter" idx="16"/>
          </p:nvPr>
        </p:nvSpPr>
        <p:spPr>
          <a:xfrm>
            <a:off x="5494782" y="5797296"/>
            <a:ext cx="5953506" cy="731520"/>
          </a:xfrm>
        </p:spPr>
        <p:txBody>
          <a:bodyPr anchor="ctr"/>
          <a:lstStyle>
            <a:lvl1pPr marL="0" indent="0">
              <a:spcBef>
                <a:spcPts val="0"/>
              </a:spcBef>
              <a:buNone/>
              <a:defRPr sz="2400" baseline="0">
                <a:latin typeface="+mj-lt"/>
              </a:defRPr>
            </a:lvl1pPr>
          </a:lstStyle>
          <a:p>
            <a:pPr lvl="0"/>
            <a:r>
              <a:rPr lang="en-US"/>
              <a:t>Click to edit Master text styles</a:t>
            </a:r>
          </a:p>
        </p:txBody>
      </p:sp>
    </p:spTree>
    <p:extLst>
      <p:ext uri="{BB962C8B-B14F-4D97-AF65-F5344CB8AC3E}">
        <p14:creationId xmlns:p14="http://schemas.microsoft.com/office/powerpoint/2010/main" val="1614101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7913A3-071A-44D9-E59A-B9C86D99FF3B}"/>
              </a:ext>
            </a:extLst>
          </p:cNvPr>
          <p:cNvSpPr>
            <a:spLocks noGrp="1"/>
          </p:cNvSpPr>
          <p:nvPr>
            <p:ph type="title"/>
          </p:nvPr>
        </p:nvSpPr>
        <p:spPr>
          <a:xfrm>
            <a:off x="2039112" y="54864"/>
            <a:ext cx="8165592" cy="969264"/>
          </a:xfrm>
        </p:spPr>
        <p:txBody>
          <a:bodyPr/>
          <a:lstStyle>
            <a:lvl1pPr algn="ctr">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E9A67C02-F658-3749-9924-99BDA9C11E7A}"/>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4" name="Footer Placeholder 3">
            <a:extLst>
              <a:ext uri="{FF2B5EF4-FFF2-40B4-BE49-F238E27FC236}">
                <a16:creationId xmlns:a16="http://schemas.microsoft.com/office/drawing/2014/main" id="{CB7120C0-232E-AD3B-138D-B65A7AD49C94}"/>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7110ABD4-B26A-0940-A80F-399F8FCAD992}"/>
              </a:ext>
            </a:extLst>
          </p:cNvPr>
          <p:cNvSpPr>
            <a:spLocks noGrp="1"/>
          </p:cNvSpPr>
          <p:nvPr>
            <p:ph type="dt" sz="half" idx="10"/>
          </p:nvPr>
        </p:nvSpPr>
        <p:spPr/>
        <p:txBody>
          <a:bodyPr/>
          <a:lstStyle/>
          <a:p>
            <a:r>
              <a:rPr lang="en-US"/>
              <a:t>20XX</a:t>
            </a:r>
            <a:endParaRPr lang="en-US" dirty="0"/>
          </a:p>
        </p:txBody>
      </p:sp>
      <p:cxnSp>
        <p:nvCxnSpPr>
          <p:cNvPr id="7" name="Straight Connector 6">
            <a:extLst>
              <a:ext uri="{FF2B5EF4-FFF2-40B4-BE49-F238E27FC236}">
                <a16:creationId xmlns:a16="http://schemas.microsoft.com/office/drawing/2014/main" id="{394864F6-8550-2BFC-DC03-2BB296DF2E95}"/>
              </a:ext>
            </a:extLst>
          </p:cNvPr>
          <p:cNvCxnSpPr>
            <a:cxnSpLocks/>
          </p:cNvCxnSpPr>
          <p:nvPr userDrawn="1"/>
        </p:nvCxnSpPr>
        <p:spPr>
          <a:xfrm>
            <a:off x="398366" y="103195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95A92E-7815-7546-3201-42AEFA654F4C}"/>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FF23430-1681-F3A4-F071-7C338746014B}"/>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7B44D2F-F976-B752-100E-E994C9F0206A}"/>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0943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AC1505-F26B-3039-38E3-3A7F7CC7F364}"/>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962C2A94-01A4-034C-9AE7-87CF1238308E}"/>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5E45BEB7-6CEE-98EF-C00B-19BF6407E318}"/>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cxnSp>
        <p:nvCxnSpPr>
          <p:cNvPr id="6" name="Straight Connector 5">
            <a:extLst>
              <a:ext uri="{FF2B5EF4-FFF2-40B4-BE49-F238E27FC236}">
                <a16:creationId xmlns:a16="http://schemas.microsoft.com/office/drawing/2014/main" id="{74912249-F431-4F6C-4213-30FF47C81741}"/>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187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5AA5F-2C28-9886-0D00-5D18198ECEB4}"/>
              </a:ext>
            </a:extLst>
          </p:cNvPr>
          <p:cNvSpPr>
            <a:spLocks noGrp="1"/>
          </p:cNvSpPr>
          <p:nvPr>
            <p:ph type="dt" sz="half" idx="2"/>
          </p:nvPr>
        </p:nvSpPr>
        <p:spPr>
          <a:xfrm>
            <a:off x="10622471" y="6517634"/>
            <a:ext cx="950260" cy="274320"/>
          </a:xfrm>
          <a:prstGeom prst="rect">
            <a:avLst/>
          </a:prstGeom>
        </p:spPr>
        <p:txBody>
          <a:bodyPr vert="horz" lIns="91440" tIns="45720" rIns="91440" bIns="45720" rtlCol="0" anchor="ctr">
            <a:noAutofit/>
          </a:bodyPr>
          <a:lstStyle>
            <a:lvl1pPr algn="l">
              <a:defRPr sz="1200" spc="300" baseline="0">
                <a:solidFill>
                  <a:schemeClr val="tx1"/>
                </a:solidFill>
                <a:latin typeface="Gill Sans Nova Light" panose="020B0302020104020203" pitchFamily="34" charset="0"/>
              </a:defRPr>
            </a:lvl1pPr>
          </a:lstStyle>
          <a:p>
            <a:r>
              <a:rPr lang="en-US"/>
              <a:t>20XX</a:t>
            </a:r>
            <a:endParaRPr lang="en-US" dirty="0"/>
          </a:p>
        </p:txBody>
      </p:sp>
      <p:sp>
        <p:nvSpPr>
          <p:cNvPr id="2" name="Title Placeholder 1">
            <a:extLst>
              <a:ext uri="{FF2B5EF4-FFF2-40B4-BE49-F238E27FC236}">
                <a16:creationId xmlns:a16="http://schemas.microsoft.com/office/drawing/2014/main" id="{03922ECB-9F56-BDF6-8792-01F55B2EA5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1B62B5B1-8D0B-68C6-B628-3FF8E5DCD2D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ABEF9CC0-D93B-C416-BCCE-87441F99C058}"/>
              </a:ext>
            </a:extLst>
          </p:cNvPr>
          <p:cNvSpPr>
            <a:spLocks noGrp="1"/>
          </p:cNvSpPr>
          <p:nvPr>
            <p:ph type="sldNum" sz="quarter" idx="4"/>
          </p:nvPr>
        </p:nvSpPr>
        <p:spPr>
          <a:xfrm>
            <a:off x="616640" y="6517634"/>
            <a:ext cx="950258" cy="274320"/>
          </a:xfrm>
          <a:prstGeom prst="rect">
            <a:avLst/>
          </a:prstGeom>
        </p:spPr>
        <p:txBody>
          <a:bodyPr vert="horz" lIns="91440" tIns="45720" rIns="91440" bIns="45720" rtlCol="0" anchor="ctr">
            <a:noAutofit/>
          </a:bodyPr>
          <a:lstStyle>
            <a:lvl1pPr algn="l">
              <a:defRPr sz="1200" spc="300" baseline="0">
                <a:solidFill>
                  <a:schemeClr val="tx1"/>
                </a:solidFill>
                <a:latin typeface="Gill Sans Nova Light" panose="020B0302020104020203" pitchFamily="34" charset="0"/>
              </a:defRPr>
            </a:lvl1pPr>
          </a:lstStyle>
          <a:p>
            <a:fld id="{84D792B7-0397-C047-AE12-1A03F7E3DC83}" type="slidenum">
              <a:rPr lang="en-US" smtClean="0"/>
              <a:pPr/>
              <a:t>‹#›</a:t>
            </a:fld>
            <a:endParaRPr lang="en-US" dirty="0"/>
          </a:p>
        </p:txBody>
      </p:sp>
      <p:sp>
        <p:nvSpPr>
          <p:cNvPr id="13" name="Footer Placeholder 4">
            <a:extLst>
              <a:ext uri="{FF2B5EF4-FFF2-40B4-BE49-F238E27FC236}">
                <a16:creationId xmlns:a16="http://schemas.microsoft.com/office/drawing/2014/main" id="{54253F60-8B31-6272-41B3-5C95D6A908C3}"/>
              </a:ext>
            </a:extLst>
          </p:cNvPr>
          <p:cNvSpPr>
            <a:spLocks noGrp="1"/>
          </p:cNvSpPr>
          <p:nvPr>
            <p:ph type="ftr" sz="quarter" idx="3"/>
          </p:nvPr>
        </p:nvSpPr>
        <p:spPr>
          <a:xfrm>
            <a:off x="4808250" y="6517634"/>
            <a:ext cx="2572870" cy="274320"/>
          </a:xfrm>
          <a:prstGeom prst="rect">
            <a:avLst/>
          </a:prstGeom>
        </p:spPr>
        <p:txBody>
          <a:bodyPr vert="horz" lIns="91440" tIns="45720" rIns="91440" bIns="45720" rtlCol="0" anchor="ctr">
            <a:noAutofit/>
          </a:bodyPr>
          <a:lstStyle>
            <a:lvl1pPr algn="ctr">
              <a:defRPr sz="1200" spc="300" baseline="0">
                <a:solidFill>
                  <a:schemeClr val="tx1"/>
                </a:solidFill>
                <a:latin typeface="Gill Sans Nova Light" panose="020B0302020104020203" pitchFamily="34" charset="0"/>
              </a:defRPr>
            </a:lvl1pPr>
          </a:lstStyle>
          <a:p>
            <a:r>
              <a:rPr lang="en-US"/>
              <a:t>presentation title</a:t>
            </a:r>
            <a:endParaRPr lang="en-US" dirty="0"/>
          </a:p>
        </p:txBody>
      </p:sp>
    </p:spTree>
    <p:extLst>
      <p:ext uri="{BB962C8B-B14F-4D97-AF65-F5344CB8AC3E}">
        <p14:creationId xmlns:p14="http://schemas.microsoft.com/office/powerpoint/2010/main" val="1053202087"/>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1" r:id="rId3"/>
    <p:sldLayoutId id="2147483660" r:id="rId4"/>
    <p:sldLayoutId id="2147483670" r:id="rId5"/>
    <p:sldLayoutId id="2147483668" r:id="rId6"/>
    <p:sldLayoutId id="2147483669" r:id="rId7"/>
    <p:sldLayoutId id="2147483667" r:id="rId8"/>
    <p:sldLayoutId id="2147483666" r:id="rId9"/>
    <p:sldLayoutId id="2147483665" r:id="rId10"/>
    <p:sldLayoutId id="2147483653" r:id="rId11"/>
    <p:sldLayoutId id="2147483664" r:id="rId12"/>
    <p:sldLayoutId id="2147483671" r:id="rId13"/>
    <p:sldLayoutId id="2147483663" r:id="rId14"/>
    <p:sldLayoutId id="2147483662" r:id="rId15"/>
    <p:sldLayoutId id="2147483654" r:id="rId16"/>
    <p:sldLayoutId id="2147483655" r:id="rId17"/>
  </p:sldLayoutIdLst>
  <p:hf hdr="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83464" indent="-283464"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566928" indent="-283464"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850392" indent="-283464"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133856" indent="-283464"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1417320" indent="-283464"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B1341B-74CE-99E1-8A79-DB717AB6EAEF}"/>
              </a:ext>
            </a:extLst>
          </p:cNvPr>
          <p:cNvSpPr>
            <a:spLocks noGrp="1"/>
          </p:cNvSpPr>
          <p:nvPr>
            <p:ph type="title"/>
          </p:nvPr>
        </p:nvSpPr>
        <p:spPr>
          <a:xfrm>
            <a:off x="941832" y="1005840"/>
            <a:ext cx="7187184" cy="4251960"/>
          </a:xfrm>
        </p:spPr>
        <p:txBody>
          <a:bodyPr anchor="b">
            <a:normAutofit/>
          </a:bodyPr>
          <a:lstStyle/>
          <a:p>
            <a:r>
              <a:rPr lang="vi-VN">
                <a:latin typeface="Times New Roman" panose="02020603050405020304" pitchFamily="18" charset="0"/>
                <a:cs typeface="Times New Roman" panose="02020603050405020304" pitchFamily="18" charset="0"/>
              </a:rPr>
              <a:t>BÁO CÁO CUỐI KÌ </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ea typeface="Crimson Pro Bold" pitchFamily="34" charset="-122"/>
                <a:cs typeface="Times New Roman" panose="02020603050405020304" pitchFamily="18" charset="0"/>
              </a:rPr>
              <a:t>THỊ GIÁC MÁY TÍNH</a:t>
            </a:r>
            <a:br>
              <a:rPr lang="en-US">
                <a:latin typeface="Times New Roman" panose="02020603050405020304" pitchFamily="18" charset="0"/>
                <a:cs typeface="Times New Roman" panose="02020603050405020304" pitchFamily="18" charset="0"/>
              </a:rPr>
            </a:br>
            <a:br>
              <a:rPr lang="en-US">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D1867331-230D-9C0A-257F-D767A3E56A5E}"/>
              </a:ext>
            </a:extLst>
          </p:cNvPr>
          <p:cNvSpPr>
            <a:spLocks noGrp="1"/>
          </p:cNvSpPr>
          <p:nvPr>
            <p:ph type="subTitle" idx="1"/>
          </p:nvPr>
        </p:nvSpPr>
        <p:spPr>
          <a:xfrm>
            <a:off x="941832" y="5385306"/>
            <a:ext cx="9253728" cy="933707"/>
          </a:xfrm>
        </p:spPr>
        <p:txBody>
          <a:bodyPr>
            <a:noAutofit/>
          </a:bodyPr>
          <a:lstStyle/>
          <a:p>
            <a:r>
              <a:rPr lang="en-US">
                <a:latin typeface="Times New Roman" panose="02020603050405020304" pitchFamily="18" charset="0"/>
                <a:cs typeface="Times New Roman" panose="02020603050405020304" pitchFamily="18" charset="0"/>
              </a:rPr>
              <a:t>SV </a:t>
            </a:r>
            <a:r>
              <a:rPr lang="vi-VN">
                <a:latin typeface="Times New Roman" panose="02020603050405020304" pitchFamily="18" charset="0"/>
                <a:cs typeface="Times New Roman" panose="02020603050405020304" pitchFamily="18" charset="0"/>
              </a:rPr>
              <a:t>thực hiện</a:t>
            </a:r>
            <a:r>
              <a:rPr lang="en-US">
                <a:latin typeface="Times New Roman" panose="02020603050405020304" pitchFamily="18" charset="0"/>
                <a:cs typeface="Times New Roman" panose="02020603050405020304" pitchFamily="18" charset="0"/>
              </a:rPr>
              <a:t>: Lê Đức Mạnh</a:t>
            </a:r>
            <a:endParaRPr lang="vi-VN">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MSSV:N22DCDT035</a:t>
            </a:r>
          </a:p>
          <a:p>
            <a:r>
              <a:rPr lang="en-US">
                <a:latin typeface="Times New Roman" panose="02020603050405020304" pitchFamily="18" charset="0"/>
                <a:cs typeface="Times New Roman" panose="02020603050405020304" pitchFamily="18" charset="0"/>
              </a:rPr>
              <a:t>GV hướng dẫn: </a:t>
            </a:r>
            <a:r>
              <a:rPr lang="vi-VN">
                <a:latin typeface="Times New Roman" panose="02020603050405020304" pitchFamily="18" charset="0"/>
                <a:cs typeface="Times New Roman" panose="02020603050405020304" pitchFamily="18" charset="0"/>
              </a:rPr>
              <a:t>ThS. </a:t>
            </a:r>
            <a:r>
              <a:rPr lang="en-US">
                <a:latin typeface="Times New Roman" panose="02020603050405020304" pitchFamily="18" charset="0"/>
                <a:cs typeface="Times New Roman" panose="02020603050405020304" pitchFamily="18" charset="0"/>
              </a:rPr>
              <a:t>Hồ Nhựt Minh</a:t>
            </a:r>
          </a:p>
        </p:txBody>
      </p:sp>
      <p:sp>
        <p:nvSpPr>
          <p:cNvPr id="11" name="Slide Number Placeholder 4">
            <a:extLst>
              <a:ext uri="{FF2B5EF4-FFF2-40B4-BE49-F238E27FC236}">
                <a16:creationId xmlns:a16="http://schemas.microsoft.com/office/drawing/2014/main" id="{4799B30E-72BC-B6EC-36AF-4A5F700601F8}"/>
              </a:ext>
            </a:extLst>
          </p:cNvPr>
          <p:cNvSpPr>
            <a:spLocks noGrp="1"/>
          </p:cNvSpPr>
          <p:nvPr>
            <p:ph type="sldNum" sz="quarter" idx="12"/>
          </p:nvPr>
        </p:nvSpPr>
        <p:spPr>
          <a:xfrm>
            <a:off x="616640" y="6517634"/>
            <a:ext cx="950258" cy="274320"/>
          </a:xfrm>
        </p:spPr>
        <p:txBody>
          <a:bodyPr/>
          <a:lstStyle/>
          <a:p>
            <a:pPr>
              <a:spcAft>
                <a:spcPts val="600"/>
              </a:spcAft>
            </a:pPr>
            <a:fld id="{84D792B7-0397-C047-AE12-1A03F7E3DC83}" type="slidenum">
              <a:rPr lang="en-US" smtClean="0"/>
              <a:pPr>
                <a:spcAft>
                  <a:spcPts val="600"/>
                </a:spcAft>
              </a:pPr>
              <a:t>1</a:t>
            </a:fld>
            <a:endParaRPr lang="en-US"/>
          </a:p>
        </p:txBody>
      </p:sp>
      <p:sp>
        <p:nvSpPr>
          <p:cNvPr id="15" name="Date Placeholder 6">
            <a:extLst>
              <a:ext uri="{FF2B5EF4-FFF2-40B4-BE49-F238E27FC236}">
                <a16:creationId xmlns:a16="http://schemas.microsoft.com/office/drawing/2014/main" id="{60A6265A-7BA1-1D80-2BBC-5D0CBE7CAB0A}"/>
              </a:ext>
            </a:extLst>
          </p:cNvPr>
          <p:cNvSpPr>
            <a:spLocks noGrp="1"/>
          </p:cNvSpPr>
          <p:nvPr>
            <p:ph type="dt" sz="half" idx="10"/>
          </p:nvPr>
        </p:nvSpPr>
        <p:spPr>
          <a:xfrm>
            <a:off x="10622471" y="6517634"/>
            <a:ext cx="950260" cy="274320"/>
          </a:xfrm>
        </p:spPr>
        <p:txBody>
          <a:bodyPr/>
          <a:lstStyle/>
          <a:p>
            <a:pPr>
              <a:spcAft>
                <a:spcPts val="600"/>
              </a:spcAft>
            </a:pPr>
            <a:r>
              <a:rPr lang="en-US"/>
              <a:t>2025</a:t>
            </a:r>
          </a:p>
        </p:txBody>
      </p:sp>
      <p:pic>
        <p:nvPicPr>
          <p:cNvPr id="1028" name="Picture 4" descr="Computer Vision – Thị giác máy tính là gì? - Máy Chủ Việt">
            <a:extLst>
              <a:ext uri="{FF2B5EF4-FFF2-40B4-BE49-F238E27FC236}">
                <a16:creationId xmlns:a16="http://schemas.microsoft.com/office/drawing/2014/main" id="{3865CAFF-CC5C-CE52-E353-F5939747DFEE}"/>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l="32985" r="32985"/>
          <a:stretch>
            <a:fillRect/>
          </a:stretch>
        </p:blipFill>
        <p:spPr bwMode="auto">
          <a:xfrm>
            <a:off x="9121631" y="546041"/>
            <a:ext cx="2451100" cy="4800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628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E41BDB9-43FE-4A1A-9CDE-4ECBB9A78CF2}"/>
              </a:ext>
            </a:extLst>
          </p:cNvPr>
          <p:cNvSpPr>
            <a:spLocks noGrp="1"/>
          </p:cNvSpPr>
          <p:nvPr>
            <p:ph type="title"/>
          </p:nvPr>
        </p:nvSpPr>
        <p:spPr>
          <a:xfrm>
            <a:off x="2011889" y="178524"/>
            <a:ext cx="8165592" cy="969264"/>
          </a:xfrm>
        </p:spPr>
        <p:txBody>
          <a:bodyPr/>
          <a:lstStyle/>
          <a:p>
            <a:r>
              <a:rPr lang="en-US" b="1">
                <a:solidFill>
                  <a:srgbClr val="443728"/>
                </a:solidFill>
                <a:latin typeface="Times New Roman" panose="02020603050405020304" pitchFamily="18" charset="0"/>
                <a:ea typeface="Crimson Pro Bold" pitchFamily="34" charset="-122"/>
                <a:cs typeface="Times New Roman" panose="02020603050405020304" pitchFamily="18" charset="0"/>
              </a:rPr>
              <a:t>Nội dung chính của buổi </a:t>
            </a:r>
            <a:r>
              <a:rPr lang="vi-VN" b="1">
                <a:solidFill>
                  <a:srgbClr val="443728"/>
                </a:solidFill>
                <a:latin typeface="Times New Roman" panose="02020603050405020304" pitchFamily="18" charset="0"/>
                <a:ea typeface="Crimson Pro Bold" pitchFamily="34" charset="-122"/>
                <a:cs typeface="Times New Roman" panose="02020603050405020304" pitchFamily="18" charset="0"/>
              </a:rPr>
              <a:t>báo cáo</a:t>
            </a:r>
            <a:br>
              <a:rPr lang="en-US" sz="7200">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13" name="Text Placeholder 12">
            <a:extLst>
              <a:ext uri="{FF2B5EF4-FFF2-40B4-BE49-F238E27FC236}">
                <a16:creationId xmlns:a16="http://schemas.microsoft.com/office/drawing/2014/main" id="{ACB1A871-8646-9CAA-9E02-2D06E3CB7DAD}"/>
              </a:ext>
            </a:extLst>
          </p:cNvPr>
          <p:cNvSpPr>
            <a:spLocks noGrp="1"/>
          </p:cNvSpPr>
          <p:nvPr>
            <p:ph type="body" idx="13"/>
          </p:nvPr>
        </p:nvSpPr>
        <p:spPr/>
        <p:txBody>
          <a:bodyPr/>
          <a:lstStyle/>
          <a:p>
            <a:r>
              <a:rPr lang="vi-VN" b="1">
                <a:solidFill>
                  <a:srgbClr val="443728"/>
                </a:solidFill>
                <a:latin typeface="Times New Roman" pitchFamily="34" charset="0"/>
                <a:ea typeface="Crimson Pro Bold" pitchFamily="34" charset="-122"/>
                <a:cs typeface="Crimson Pro Bold" pitchFamily="34" charset="-120"/>
              </a:rPr>
              <a:t>I)</a:t>
            </a:r>
            <a:r>
              <a:rPr lang="en-US" b="1">
                <a:solidFill>
                  <a:srgbClr val="443728"/>
                </a:solidFill>
                <a:latin typeface="Times New Roman" pitchFamily="34" charset="0"/>
                <a:ea typeface="Crimson Pro Bold" pitchFamily="34" charset="-122"/>
                <a:cs typeface="Crimson Pro Bold" pitchFamily="34" charset="-120"/>
              </a:rPr>
              <a:t>Lý thuyết</a:t>
            </a:r>
            <a:endParaRPr lang="en-US" sz="2800"/>
          </a:p>
          <a:p>
            <a:endParaRPr lang="en-US"/>
          </a:p>
        </p:txBody>
      </p:sp>
      <p:sp>
        <p:nvSpPr>
          <p:cNvPr id="11" name="Content Placeholder 10">
            <a:extLst>
              <a:ext uri="{FF2B5EF4-FFF2-40B4-BE49-F238E27FC236}">
                <a16:creationId xmlns:a16="http://schemas.microsoft.com/office/drawing/2014/main" id="{04F5B354-0BC0-762F-E878-5F877FA4427B}"/>
              </a:ext>
            </a:extLst>
          </p:cNvPr>
          <p:cNvSpPr>
            <a:spLocks noGrp="1"/>
          </p:cNvSpPr>
          <p:nvPr>
            <p:ph idx="1"/>
          </p:nvPr>
        </p:nvSpPr>
        <p:spPr/>
        <p:txBody>
          <a:bodyPr/>
          <a:lstStyle/>
          <a:p>
            <a:r>
              <a:rPr lang="vi-VN">
                <a:latin typeface="Times New Roman" panose="02020603050405020304" pitchFamily="18" charset="0"/>
                <a:cs typeface="Times New Roman" panose="02020603050405020304" pitchFamily="18" charset="0"/>
              </a:rPr>
              <a:t>Các khái niệm cốt lõi của Deep Learning</a:t>
            </a:r>
          </a:p>
          <a:p>
            <a:r>
              <a:rPr lang="vi-VN">
                <a:latin typeface="Times New Roman" panose="02020603050405020304" pitchFamily="18" charset="0"/>
                <a:cs typeface="Times New Roman" panose="02020603050405020304" pitchFamily="18" charset="0"/>
              </a:rPr>
              <a:t>Quy trình huấn luyện Neural Network</a:t>
            </a:r>
          </a:p>
          <a:p>
            <a:r>
              <a:rPr lang="vi-VN">
                <a:latin typeface="Times New Roman" panose="02020603050405020304" pitchFamily="18" charset="0"/>
                <a:cs typeface="Times New Roman" panose="02020603050405020304" pitchFamily="18" charset="0"/>
              </a:rPr>
              <a:t>Thuật toán tối ưu hóa</a:t>
            </a:r>
          </a:p>
          <a:p>
            <a:r>
              <a:rPr lang="vi-VN">
                <a:latin typeface="Times New Roman" panose="02020603050405020304" pitchFamily="18" charset="0"/>
                <a:cs typeface="Times New Roman" panose="02020603050405020304" pitchFamily="18" charset="0"/>
              </a:rPr>
              <a:t>Ứng dụng Deep Learning trong thực tế</a:t>
            </a:r>
          </a:p>
          <a:p>
            <a:r>
              <a:rPr lang="vi-VN">
                <a:latin typeface="Times New Roman" panose="02020603050405020304" pitchFamily="18" charset="0"/>
                <a:cs typeface="Times New Roman" panose="02020603050405020304" pitchFamily="18" charset="0"/>
              </a:rPr>
              <a:t>Các vấn đề triển khai thực tế</a:t>
            </a:r>
          </a:p>
          <a:p>
            <a:r>
              <a:rPr lang="vi-VN">
                <a:latin typeface="Times New Roman" panose="02020603050405020304" pitchFamily="18" charset="0"/>
                <a:cs typeface="Times New Roman" panose="02020603050405020304" pitchFamily="18" charset="0"/>
              </a:rPr>
              <a:t>Transfer Learning và MobileNetV2</a:t>
            </a:r>
          </a:p>
          <a:p>
            <a:pPr marL="0" indent="0">
              <a:buNone/>
            </a:pPr>
            <a:endParaRPr lang="en-US">
              <a:latin typeface="Times New Roman" panose="02020603050405020304" pitchFamily="18"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7E516653-0202-2803-E06D-61D32F36D19B}"/>
              </a:ext>
            </a:extLst>
          </p:cNvPr>
          <p:cNvSpPr>
            <a:spLocks noGrp="1"/>
          </p:cNvSpPr>
          <p:nvPr>
            <p:ph type="body" sz="quarter" idx="3"/>
          </p:nvPr>
        </p:nvSpPr>
        <p:spPr/>
        <p:txBody>
          <a:bodyPr/>
          <a:lstStyle/>
          <a:p>
            <a:r>
              <a:rPr lang="vi-VN" b="1">
                <a:solidFill>
                  <a:srgbClr val="443728"/>
                </a:solidFill>
                <a:latin typeface="Times New Roman" pitchFamily="34" charset="0"/>
                <a:ea typeface="Crimson Pro Bold" pitchFamily="34" charset="-122"/>
                <a:cs typeface="Crimson Pro Bold" pitchFamily="34" charset="-120"/>
              </a:rPr>
              <a:t>II)</a:t>
            </a:r>
            <a:r>
              <a:rPr lang="en-US" b="1">
                <a:solidFill>
                  <a:srgbClr val="443728"/>
                </a:solidFill>
                <a:latin typeface="Times New Roman" pitchFamily="34" charset="0"/>
                <a:ea typeface="Crimson Pro Bold" pitchFamily="34" charset="-122"/>
                <a:cs typeface="Crimson Pro Bold" pitchFamily="34" charset="-120"/>
              </a:rPr>
              <a:t>Thực hành</a:t>
            </a:r>
            <a:endParaRPr lang="en-US" sz="2800"/>
          </a:p>
          <a:p>
            <a:endParaRPr lang="en-US"/>
          </a:p>
        </p:txBody>
      </p:sp>
      <p:sp>
        <p:nvSpPr>
          <p:cNvPr id="14" name="Content Placeholder 13">
            <a:extLst>
              <a:ext uri="{FF2B5EF4-FFF2-40B4-BE49-F238E27FC236}">
                <a16:creationId xmlns:a16="http://schemas.microsoft.com/office/drawing/2014/main" id="{6A86B0B0-6D35-E8A3-B420-F88C2C98F238}"/>
              </a:ext>
            </a:extLst>
          </p:cNvPr>
          <p:cNvSpPr>
            <a:spLocks noGrp="1"/>
          </p:cNvSpPr>
          <p:nvPr>
            <p:ph idx="16"/>
          </p:nvPr>
        </p:nvSpPr>
        <p:spPr/>
        <p:txBody>
          <a:bodyPr/>
          <a:lstStyle/>
          <a:p>
            <a:endParaRPr lang="vi-VN">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Giới thiệu</a:t>
            </a:r>
            <a:r>
              <a:rPr lang="vi-VN">
                <a:latin typeface="Times New Roman" panose="02020603050405020304" pitchFamily="18" charset="0"/>
                <a:cs typeface="Times New Roman" panose="02020603050405020304" pitchFamily="18" charset="0"/>
              </a:rPr>
              <a:t> OPENCV VÀ DL</a:t>
            </a:r>
          </a:p>
          <a:p>
            <a:r>
              <a:rPr lang="en-US">
                <a:latin typeface="Times New Roman" panose="02020603050405020304" pitchFamily="18" charset="0"/>
                <a:cs typeface="Times New Roman" panose="02020603050405020304" pitchFamily="18" charset="0"/>
              </a:rPr>
              <a:t>OpenCV Core – Thư viện lõi cho Computer Vision</a:t>
            </a:r>
            <a:endParaRPr lang="vi-VN">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OpenCV với Deep Learning (Module DNN)</a:t>
            </a:r>
          </a:p>
          <a:p>
            <a:r>
              <a:rPr lang="vi-VN">
                <a:latin typeface="Times New Roman" panose="02020603050405020304" pitchFamily="18" charset="0"/>
                <a:cs typeface="Times New Roman" panose="02020603050405020304" pitchFamily="18" charset="0"/>
              </a:rPr>
              <a:t>Hướng thực hành và quy trình áp dụng bộ dữ liệu FER2013</a:t>
            </a:r>
          </a:p>
          <a:p>
            <a:r>
              <a:rPr lang="vi-VN">
                <a:latin typeface="Times New Roman" panose="02020603050405020304" pitchFamily="18" charset="0"/>
                <a:cs typeface="Times New Roman" panose="02020603050405020304" pitchFamily="18" charset="0"/>
              </a:rPr>
              <a:t>Mô hình nhận dạng cảm xúc</a:t>
            </a:r>
          </a:p>
          <a:p>
            <a:r>
              <a:rPr lang="vi-VN">
                <a:latin typeface="Times New Roman" panose="02020603050405020304" pitchFamily="18" charset="0"/>
                <a:cs typeface="Times New Roman" panose="02020603050405020304" pitchFamily="18" charset="0"/>
              </a:rPr>
              <a:t>Thực hành và kết luận</a:t>
            </a:r>
          </a:p>
          <a:p>
            <a:pPr marL="0" indent="0">
              <a:buNone/>
            </a:pPr>
            <a:endParaRPr lang="en-US">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132A6CE-2AD0-C502-FE8C-109C3FED8F3A}"/>
              </a:ext>
            </a:extLst>
          </p:cNvPr>
          <p:cNvSpPr>
            <a:spLocks noGrp="1"/>
          </p:cNvSpPr>
          <p:nvPr>
            <p:ph type="sldNum" sz="quarter" idx="12"/>
          </p:nvPr>
        </p:nvSpPr>
        <p:spPr/>
        <p:txBody>
          <a:bodyPr/>
          <a:lstStyle/>
          <a:p>
            <a:fld id="{84D792B7-0397-C047-AE12-1A03F7E3DC83}" type="slidenum">
              <a:rPr lang="en-US" smtClean="0"/>
              <a:pPr/>
              <a:t>2</a:t>
            </a:fld>
            <a:endParaRPr lang="en-US" dirty="0"/>
          </a:p>
        </p:txBody>
      </p:sp>
      <p:sp>
        <p:nvSpPr>
          <p:cNvPr id="6" name="Footer Placeholder 5">
            <a:extLst>
              <a:ext uri="{FF2B5EF4-FFF2-40B4-BE49-F238E27FC236}">
                <a16:creationId xmlns:a16="http://schemas.microsoft.com/office/drawing/2014/main" id="{FECB7F01-4401-D09E-15C9-8F21D21B8C56}"/>
              </a:ext>
            </a:extLst>
          </p:cNvPr>
          <p:cNvSpPr>
            <a:spLocks noGrp="1"/>
          </p:cNvSpPr>
          <p:nvPr>
            <p:ph type="ftr" sz="quarter" idx="11"/>
          </p:nvPr>
        </p:nvSpPr>
        <p:spPr/>
        <p:txBody>
          <a:bodyPr/>
          <a:lstStyle/>
          <a:p>
            <a:r>
              <a:rPr lang="en-US"/>
              <a:t>presentation title</a:t>
            </a:r>
            <a:endParaRPr lang="en-US" dirty="0"/>
          </a:p>
        </p:txBody>
      </p:sp>
      <p:sp>
        <p:nvSpPr>
          <p:cNvPr id="7" name="Date Placeholder 6">
            <a:extLst>
              <a:ext uri="{FF2B5EF4-FFF2-40B4-BE49-F238E27FC236}">
                <a16:creationId xmlns:a16="http://schemas.microsoft.com/office/drawing/2014/main" id="{C87D8E44-9848-F388-E090-D5C5E5B92969}"/>
              </a:ext>
            </a:extLst>
          </p:cNvPr>
          <p:cNvSpPr>
            <a:spLocks noGrp="1"/>
          </p:cNvSpPr>
          <p:nvPr>
            <p:ph type="dt" sz="half" idx="10"/>
          </p:nvPr>
        </p:nvSpPr>
        <p:spPr/>
        <p:txBody>
          <a:bodyPr/>
          <a:lstStyle/>
          <a:p>
            <a:r>
              <a:rPr lang="en-US"/>
              <a:t>2025</a:t>
            </a:r>
            <a:endParaRPr lang="en-US" dirty="0"/>
          </a:p>
        </p:txBody>
      </p:sp>
    </p:spTree>
    <p:extLst>
      <p:ext uri="{BB962C8B-B14F-4D97-AF65-F5344CB8AC3E}">
        <p14:creationId xmlns:p14="http://schemas.microsoft.com/office/powerpoint/2010/main" val="968317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0" descr="preencoded.png">
            <a:extLst>
              <a:ext uri="{FF2B5EF4-FFF2-40B4-BE49-F238E27FC236}">
                <a16:creationId xmlns:a16="http://schemas.microsoft.com/office/drawing/2014/main" id="{EFB556C3-534B-21F0-460E-4F509AE5C236}"/>
              </a:ext>
            </a:extLst>
          </p:cNvPr>
          <p:cNvPicPr>
            <a:picLocks noChangeAspect="1"/>
          </p:cNvPicPr>
          <p:nvPr/>
        </p:nvPicPr>
        <p:blipFill>
          <a:blip r:embed="rId2"/>
          <a:stretch>
            <a:fillRect/>
          </a:stretch>
        </p:blipFill>
        <p:spPr>
          <a:xfrm>
            <a:off x="1636301" y="993644"/>
            <a:ext cx="3251199" cy="4870710"/>
          </a:xfrm>
          <a:prstGeom prst="rect">
            <a:avLst/>
          </a:prstGeom>
          <a:noFill/>
          <a:ln w="15875">
            <a:solidFill>
              <a:schemeClr val="accent1"/>
            </a:solidFill>
          </a:ln>
        </p:spPr>
      </p:pic>
      <p:sp>
        <p:nvSpPr>
          <p:cNvPr id="10" name="Title 9">
            <a:extLst>
              <a:ext uri="{FF2B5EF4-FFF2-40B4-BE49-F238E27FC236}">
                <a16:creationId xmlns:a16="http://schemas.microsoft.com/office/drawing/2014/main" id="{40C828BF-DD21-16DB-ABF6-7B78738FD4F1}"/>
              </a:ext>
            </a:extLst>
          </p:cNvPr>
          <p:cNvSpPr>
            <a:spLocks noGrp="1"/>
          </p:cNvSpPr>
          <p:nvPr>
            <p:ph type="title"/>
          </p:nvPr>
        </p:nvSpPr>
        <p:spPr>
          <a:xfrm>
            <a:off x="6400800" y="1225296"/>
            <a:ext cx="4718304" cy="1645920"/>
          </a:xfrm>
        </p:spPr>
        <p:txBody>
          <a:bodyPr anchor="ctr">
            <a:normAutofit/>
          </a:bodyPr>
          <a:lstStyle/>
          <a:p>
            <a:r>
              <a:rPr lang="en-US" sz="3700" b="1"/>
              <a:t>PHẦN I – LÝ THUYẾT</a:t>
            </a:r>
            <a:br>
              <a:rPr lang="en-US" sz="3700" b="1"/>
            </a:br>
            <a:endParaRPr lang="en-US" sz="3700"/>
          </a:p>
        </p:txBody>
      </p:sp>
      <p:sp>
        <p:nvSpPr>
          <p:cNvPr id="11" name="Content Placeholder 10">
            <a:extLst>
              <a:ext uri="{FF2B5EF4-FFF2-40B4-BE49-F238E27FC236}">
                <a16:creationId xmlns:a16="http://schemas.microsoft.com/office/drawing/2014/main" id="{F815C610-6F83-45C9-0C77-024E52A97E94}"/>
              </a:ext>
            </a:extLst>
          </p:cNvPr>
          <p:cNvSpPr>
            <a:spLocks noGrp="1"/>
          </p:cNvSpPr>
          <p:nvPr>
            <p:ph idx="1"/>
          </p:nvPr>
        </p:nvSpPr>
        <p:spPr>
          <a:xfrm>
            <a:off x="6400800" y="2898648"/>
            <a:ext cx="4370832" cy="2029968"/>
          </a:xfrm>
        </p:spPr>
        <p:txBody>
          <a:bodyPr>
            <a:normAutofit/>
          </a:bodyPr>
          <a:lstStyle/>
          <a:p>
            <a:pPr marL="0" indent="0">
              <a:buNone/>
            </a:pPr>
            <a:r>
              <a:rPr lang="vi-VN" sz="2000">
                <a:latin typeface="Times New Roman" panose="02020603050405020304" pitchFamily="18" charset="0"/>
                <a:cs typeface="Times New Roman" panose="02020603050405020304" pitchFamily="18" charset="0"/>
              </a:rPr>
              <a:t>Trong phần này, chúng ta sẽ đi sâu vào những nền tảng cơ bản và các khái niệm nâng cao của Deep Learning, từ đó hiểu rõ cách thức hoạt động của các hệ thống thị giác máy tính hiện đại.</a:t>
            </a:r>
          </a:p>
          <a:p>
            <a:pPr marL="0" indent="0">
              <a:buNone/>
            </a:pPr>
            <a:endParaRPr lang="en-US"/>
          </a:p>
        </p:txBody>
      </p:sp>
      <p:sp>
        <p:nvSpPr>
          <p:cNvPr id="7" name="Slide Number Placeholder 6">
            <a:extLst>
              <a:ext uri="{FF2B5EF4-FFF2-40B4-BE49-F238E27FC236}">
                <a16:creationId xmlns:a16="http://schemas.microsoft.com/office/drawing/2014/main" id="{129143AC-28A5-7EFF-B530-ED0F713433AE}"/>
              </a:ext>
            </a:extLst>
          </p:cNvPr>
          <p:cNvSpPr>
            <a:spLocks noGrp="1"/>
          </p:cNvSpPr>
          <p:nvPr>
            <p:ph type="sldNum" sz="quarter" idx="12"/>
          </p:nvPr>
        </p:nvSpPr>
        <p:spPr>
          <a:xfrm>
            <a:off x="616640" y="6517634"/>
            <a:ext cx="950258" cy="274320"/>
          </a:xfrm>
        </p:spPr>
        <p:txBody>
          <a:bodyPr anchor="ctr">
            <a:normAutofit/>
          </a:bodyPr>
          <a:lstStyle/>
          <a:p>
            <a:pPr>
              <a:spcAft>
                <a:spcPts val="600"/>
              </a:spcAft>
            </a:pPr>
            <a:fld id="{84D792B7-0397-C047-AE12-1A03F7E3DC83}" type="slidenum">
              <a:rPr lang="en-US" smtClean="0"/>
              <a:pPr>
                <a:spcAft>
                  <a:spcPts val="600"/>
                </a:spcAft>
              </a:pPr>
              <a:t>3</a:t>
            </a:fld>
            <a:endParaRPr lang="en-US"/>
          </a:p>
        </p:txBody>
      </p:sp>
      <p:sp>
        <p:nvSpPr>
          <p:cNvPr id="8" name="Footer Placeholder 7">
            <a:extLst>
              <a:ext uri="{FF2B5EF4-FFF2-40B4-BE49-F238E27FC236}">
                <a16:creationId xmlns:a16="http://schemas.microsoft.com/office/drawing/2014/main" id="{BB23D3AD-93FA-AB9B-5EAB-E44A0A629EC3}"/>
              </a:ext>
            </a:extLst>
          </p:cNvPr>
          <p:cNvSpPr>
            <a:spLocks noGrp="1"/>
          </p:cNvSpPr>
          <p:nvPr>
            <p:ph type="ftr" sz="quarter" idx="11"/>
          </p:nvPr>
        </p:nvSpPr>
        <p:spPr>
          <a:xfrm>
            <a:off x="4808250" y="6517634"/>
            <a:ext cx="2572870" cy="274320"/>
          </a:xfrm>
        </p:spPr>
        <p:txBody>
          <a:bodyPr anchor="ctr">
            <a:normAutofit/>
          </a:bodyPr>
          <a:lstStyle/>
          <a:p>
            <a:pPr>
              <a:spcAft>
                <a:spcPts val="600"/>
              </a:spcAft>
            </a:pPr>
            <a:r>
              <a:rPr lang="en-US"/>
              <a:t>presentation title</a:t>
            </a:r>
          </a:p>
        </p:txBody>
      </p:sp>
      <p:sp>
        <p:nvSpPr>
          <p:cNvPr id="9" name="Date Placeholder 8">
            <a:extLst>
              <a:ext uri="{FF2B5EF4-FFF2-40B4-BE49-F238E27FC236}">
                <a16:creationId xmlns:a16="http://schemas.microsoft.com/office/drawing/2014/main" id="{C95E9AB1-B68A-DB46-A978-63B15391CED8}"/>
              </a:ext>
            </a:extLst>
          </p:cNvPr>
          <p:cNvSpPr>
            <a:spLocks noGrp="1"/>
          </p:cNvSpPr>
          <p:nvPr>
            <p:ph type="dt" sz="half" idx="10"/>
          </p:nvPr>
        </p:nvSpPr>
        <p:spPr>
          <a:xfrm>
            <a:off x="10622471" y="6517634"/>
            <a:ext cx="950260" cy="274320"/>
          </a:xfrm>
        </p:spPr>
        <p:txBody>
          <a:bodyPr anchor="ctr">
            <a:normAutofit/>
          </a:bodyPr>
          <a:lstStyle/>
          <a:p>
            <a:pPr>
              <a:spcAft>
                <a:spcPts val="600"/>
              </a:spcAft>
            </a:pPr>
            <a:r>
              <a:rPr lang="en-US"/>
              <a:t>20XX</a:t>
            </a:r>
          </a:p>
        </p:txBody>
      </p:sp>
    </p:spTree>
    <p:extLst>
      <p:ext uri="{BB962C8B-B14F-4D97-AF65-F5344CB8AC3E}">
        <p14:creationId xmlns:p14="http://schemas.microsoft.com/office/powerpoint/2010/main" val="4276512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F6C68072-A543-BF3D-98C4-5400E924E5BF}"/>
              </a:ext>
            </a:extLst>
          </p:cNvPr>
          <p:cNvSpPr>
            <a:spLocks noGrp="1"/>
          </p:cNvSpPr>
          <p:nvPr>
            <p:ph type="title"/>
          </p:nvPr>
        </p:nvSpPr>
        <p:spPr>
          <a:xfrm>
            <a:off x="2011889" y="314072"/>
            <a:ext cx="8165592" cy="969264"/>
          </a:xfrm>
        </p:spPr>
        <p:txBody>
          <a:bodyPr/>
          <a:lstStyle/>
          <a:p>
            <a:r>
              <a:rPr lang="en-US" b="1">
                <a:latin typeface="Times New Roman" panose="02020603050405020304" pitchFamily="18" charset="0"/>
                <a:cs typeface="Times New Roman" panose="02020603050405020304" pitchFamily="18" charset="0"/>
              </a:rPr>
              <a:t>1. Các khái niệm cốt lõi của Deep Learning</a:t>
            </a:r>
            <a:br>
              <a:rPr lang="en-US" b="1">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45" name="Text Placeholder 44">
            <a:extLst>
              <a:ext uri="{FF2B5EF4-FFF2-40B4-BE49-F238E27FC236}">
                <a16:creationId xmlns:a16="http://schemas.microsoft.com/office/drawing/2014/main" id="{68563FB2-A93A-7036-C37A-5001DE6EF793}"/>
              </a:ext>
            </a:extLst>
          </p:cNvPr>
          <p:cNvSpPr>
            <a:spLocks noGrp="1"/>
          </p:cNvSpPr>
          <p:nvPr>
            <p:ph type="body" idx="13"/>
          </p:nvPr>
        </p:nvSpPr>
        <p:spPr/>
        <p:txBody>
          <a:bodyPr/>
          <a:lstStyle/>
          <a:p>
            <a:r>
              <a:rPr lang="en-US" b="1">
                <a:latin typeface="Times New Roman" panose="02020603050405020304" pitchFamily="18" charset="0"/>
                <a:cs typeface="Times New Roman" panose="02020603050405020304" pitchFamily="18" charset="0"/>
              </a:rPr>
              <a:t>Neuron nhân tạo, trọng số, bias, hàm kích hoạt</a:t>
            </a:r>
          </a:p>
          <a:p>
            <a:endParaRPr lang="en-US">
              <a:latin typeface="Times New Roman" panose="02020603050405020304" pitchFamily="18" charset="0"/>
              <a:cs typeface="Times New Roman" panose="02020603050405020304" pitchFamily="18" charset="0"/>
            </a:endParaRPr>
          </a:p>
        </p:txBody>
      </p:sp>
      <p:sp>
        <p:nvSpPr>
          <p:cNvPr id="43" name="Content Placeholder 42">
            <a:extLst>
              <a:ext uri="{FF2B5EF4-FFF2-40B4-BE49-F238E27FC236}">
                <a16:creationId xmlns:a16="http://schemas.microsoft.com/office/drawing/2014/main" id="{EEA72D68-2845-761D-96E5-625399B6E9E3}"/>
              </a:ext>
            </a:extLst>
          </p:cNvPr>
          <p:cNvSpPr>
            <a:spLocks noGrp="1"/>
          </p:cNvSpPr>
          <p:nvPr>
            <p:ph idx="1"/>
          </p:nvPr>
        </p:nvSpPr>
        <p:spPr/>
        <p:txBody>
          <a:bodyPr/>
          <a:lstStyle/>
          <a:p>
            <a:pPr marL="0" indent="0">
              <a:lnSpc>
                <a:spcPct val="150000"/>
              </a:lnSpc>
              <a:buNone/>
            </a:pPr>
            <a:r>
              <a:rPr lang="vi-VN">
                <a:latin typeface="Times New Roman" panose="02020603050405020304" pitchFamily="18" charset="0"/>
                <a:cs typeface="Times New Roman" panose="02020603050405020304" pitchFamily="18" charset="0"/>
              </a:rPr>
              <a:t>Neuron là đơn vị cơ bản, nơi dữ liệu được xử lý. Trọng số (</a:t>
            </a:r>
            <a:r>
              <a:rPr lang="vi-VN" i="1">
                <a:latin typeface="Times New Roman" panose="02020603050405020304" pitchFamily="18" charset="0"/>
                <a:cs typeface="Times New Roman" panose="02020603050405020304" pitchFamily="18" charset="0"/>
              </a:rPr>
              <a:t>weights</a:t>
            </a:r>
            <a:r>
              <a:rPr lang="vi-VN">
                <a:latin typeface="Times New Roman" panose="02020603050405020304" pitchFamily="18" charset="0"/>
                <a:cs typeface="Times New Roman" panose="02020603050405020304" pitchFamily="18" charset="0"/>
              </a:rPr>
              <a:t>) và độ lệch (</a:t>
            </a:r>
            <a:r>
              <a:rPr lang="vi-VN" i="1">
                <a:latin typeface="Times New Roman" panose="02020603050405020304" pitchFamily="18" charset="0"/>
                <a:cs typeface="Times New Roman" panose="02020603050405020304" pitchFamily="18" charset="0"/>
              </a:rPr>
              <a:t>bias</a:t>
            </a:r>
            <a:r>
              <a:rPr lang="vi-VN">
                <a:latin typeface="Times New Roman" panose="02020603050405020304" pitchFamily="18" charset="0"/>
                <a:cs typeface="Times New Roman" panose="02020603050405020304" pitchFamily="18" charset="0"/>
              </a:rPr>
              <a:t>) điều chỉnh ảnh hưởng của đầu vào. Hàm kích hoạt (</a:t>
            </a:r>
            <a:r>
              <a:rPr lang="vi-VN" i="1">
                <a:latin typeface="Times New Roman" panose="02020603050405020304" pitchFamily="18" charset="0"/>
                <a:cs typeface="Times New Roman" panose="02020603050405020304" pitchFamily="18" charset="0"/>
              </a:rPr>
              <a:t>activation function</a:t>
            </a:r>
            <a:r>
              <a:rPr lang="vi-VN">
                <a:latin typeface="Times New Roman" panose="02020603050405020304" pitchFamily="18" charset="0"/>
                <a:cs typeface="Times New Roman" panose="02020603050405020304" pitchFamily="18" charset="0"/>
              </a:rPr>
              <a:t>) như ReLU, Sigmoid, Tanh, quyết định đầu ra của neuron và thêm tính phi tuyến vào mô hình, giúp mạng học được các mối quan hệ phức tạp.</a:t>
            </a:r>
          </a:p>
          <a:p>
            <a:pPr>
              <a:lnSpc>
                <a:spcPct val="150000"/>
              </a:lnSpc>
            </a:pPr>
            <a:endParaRPr lang="en-US">
              <a:latin typeface="Times New Roman" panose="02020603050405020304" pitchFamily="18" charset="0"/>
              <a:cs typeface="Times New Roman" panose="02020603050405020304" pitchFamily="18" charset="0"/>
            </a:endParaRPr>
          </a:p>
        </p:txBody>
      </p:sp>
      <p:sp>
        <p:nvSpPr>
          <p:cNvPr id="44" name="Text Placeholder 43">
            <a:extLst>
              <a:ext uri="{FF2B5EF4-FFF2-40B4-BE49-F238E27FC236}">
                <a16:creationId xmlns:a16="http://schemas.microsoft.com/office/drawing/2014/main" id="{97BA67F3-0805-41FB-3AFF-5E518DC860AE}"/>
              </a:ext>
            </a:extLst>
          </p:cNvPr>
          <p:cNvSpPr>
            <a:spLocks noGrp="1"/>
          </p:cNvSpPr>
          <p:nvPr>
            <p:ph type="body" sz="quarter" idx="3"/>
          </p:nvPr>
        </p:nvSpPr>
        <p:spPr/>
        <p:txBody>
          <a:bodyPr/>
          <a:lstStyle/>
          <a:p>
            <a:r>
              <a:rPr lang="en-US" b="1">
                <a:latin typeface="Times New Roman" panose="02020603050405020304" pitchFamily="18" charset="0"/>
                <a:cs typeface="Times New Roman" panose="02020603050405020304" pitchFamily="18" charset="0"/>
              </a:rPr>
              <a:t>Mạng nhiều tầng (MLP)</a:t>
            </a:r>
          </a:p>
          <a:p>
            <a:endParaRPr lang="en-US"/>
          </a:p>
        </p:txBody>
      </p:sp>
      <p:sp>
        <p:nvSpPr>
          <p:cNvPr id="46" name="Content Placeholder 45">
            <a:extLst>
              <a:ext uri="{FF2B5EF4-FFF2-40B4-BE49-F238E27FC236}">
                <a16:creationId xmlns:a16="http://schemas.microsoft.com/office/drawing/2014/main" id="{508E5AFC-A97C-4C74-F9F6-C2E2809208AB}"/>
              </a:ext>
            </a:extLst>
          </p:cNvPr>
          <p:cNvSpPr>
            <a:spLocks noGrp="1"/>
          </p:cNvSpPr>
          <p:nvPr>
            <p:ph idx="16"/>
          </p:nvPr>
        </p:nvSpPr>
        <p:spPr/>
        <p:txBody>
          <a:bodyPr/>
          <a:lstStyle/>
          <a:p>
            <a:pPr marL="0" indent="0">
              <a:lnSpc>
                <a:spcPct val="150000"/>
              </a:lnSpc>
              <a:buNone/>
            </a:pPr>
            <a:r>
              <a:rPr lang="vi-VN">
                <a:latin typeface="Times New Roman" panose="02020603050405020304" pitchFamily="18" charset="0"/>
                <a:cs typeface="Times New Roman" panose="02020603050405020304" pitchFamily="18" charset="0"/>
              </a:rPr>
              <a:t>Mạng truyền thẳng nhiều lớp (</a:t>
            </a:r>
            <a:r>
              <a:rPr lang="vi-VN" i="1">
                <a:latin typeface="Times New Roman" panose="02020603050405020304" pitchFamily="18" charset="0"/>
                <a:cs typeface="Times New Roman" panose="02020603050405020304" pitchFamily="18" charset="0"/>
              </a:rPr>
              <a:t>Multi-Layer Perceptron - MLP</a:t>
            </a:r>
            <a:r>
              <a:rPr lang="vi-VN">
                <a:latin typeface="Times New Roman" panose="02020603050405020304" pitchFamily="18" charset="0"/>
                <a:cs typeface="Times New Roman" panose="02020603050405020304" pitchFamily="18" charset="0"/>
              </a:rPr>
              <a:t>) là kiến trúc mạng nơ-ron cơ bản, bao gồm nhiều lớp ẩn giữa lớp đầu vào và lớp đầu ra. Các lớp này cho phép mạng học các biểu diễn dữ liệu ngày càng phức tạp.</a:t>
            </a:r>
          </a:p>
          <a:p>
            <a:pPr marL="0" indent="0">
              <a:lnSpc>
                <a:spcPct val="150000"/>
              </a:lnSpc>
              <a:buNone/>
            </a:pPr>
            <a:endParaRPr lang="en-US">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D213E8E-AE9D-610F-171C-D024C5A66829}"/>
              </a:ext>
            </a:extLst>
          </p:cNvPr>
          <p:cNvSpPr>
            <a:spLocks noGrp="1"/>
          </p:cNvSpPr>
          <p:nvPr>
            <p:ph type="sldNum" sz="quarter" idx="12"/>
          </p:nvPr>
        </p:nvSpPr>
        <p:spPr/>
        <p:txBody>
          <a:bodyPr/>
          <a:lstStyle/>
          <a:p>
            <a:fld id="{84D792B7-0397-C047-AE12-1A03F7E3DC83}" type="slidenum">
              <a:rPr lang="en-US" smtClean="0"/>
              <a:pPr/>
              <a:t>4</a:t>
            </a:fld>
            <a:endParaRPr lang="en-US" dirty="0"/>
          </a:p>
        </p:txBody>
      </p:sp>
      <p:sp>
        <p:nvSpPr>
          <p:cNvPr id="6" name="Footer Placeholder 5">
            <a:extLst>
              <a:ext uri="{FF2B5EF4-FFF2-40B4-BE49-F238E27FC236}">
                <a16:creationId xmlns:a16="http://schemas.microsoft.com/office/drawing/2014/main" id="{BE388E82-226D-EF5B-4E64-68DF3C53683D}"/>
              </a:ext>
            </a:extLst>
          </p:cNvPr>
          <p:cNvSpPr>
            <a:spLocks noGrp="1"/>
          </p:cNvSpPr>
          <p:nvPr>
            <p:ph type="ftr" sz="quarter" idx="11"/>
          </p:nvPr>
        </p:nvSpPr>
        <p:spPr/>
        <p:txBody>
          <a:bodyPr/>
          <a:lstStyle/>
          <a:p>
            <a:r>
              <a:rPr lang="en-US"/>
              <a:t>presentation title</a:t>
            </a:r>
            <a:endParaRPr lang="en-US" dirty="0"/>
          </a:p>
        </p:txBody>
      </p:sp>
      <p:sp>
        <p:nvSpPr>
          <p:cNvPr id="7" name="Date Placeholder 6">
            <a:extLst>
              <a:ext uri="{FF2B5EF4-FFF2-40B4-BE49-F238E27FC236}">
                <a16:creationId xmlns:a16="http://schemas.microsoft.com/office/drawing/2014/main" id="{57CAE733-11AC-49CC-5FA5-9FF1BEF0506D}"/>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3224115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FF92E-0647-8A17-B7BD-FE12329293E2}"/>
            </a:ext>
          </a:extLst>
        </p:cNvPr>
        <p:cNvGrpSpPr/>
        <p:nvPr/>
      </p:nvGrpSpPr>
      <p:grpSpPr>
        <a:xfrm>
          <a:off x="0" y="0"/>
          <a:ext cx="0" cy="0"/>
          <a:chOff x="0" y="0"/>
          <a:chExt cx="0" cy="0"/>
        </a:xfrm>
      </p:grpSpPr>
      <p:sp>
        <p:nvSpPr>
          <p:cNvPr id="26" name="Title 25">
            <a:extLst>
              <a:ext uri="{FF2B5EF4-FFF2-40B4-BE49-F238E27FC236}">
                <a16:creationId xmlns:a16="http://schemas.microsoft.com/office/drawing/2014/main" id="{E6679CEB-269E-FFE5-3B9C-5979E90CB483}"/>
              </a:ext>
            </a:extLst>
          </p:cNvPr>
          <p:cNvSpPr>
            <a:spLocks noGrp="1"/>
          </p:cNvSpPr>
          <p:nvPr>
            <p:ph type="title"/>
          </p:nvPr>
        </p:nvSpPr>
        <p:spPr>
          <a:xfrm>
            <a:off x="2109320" y="528021"/>
            <a:ext cx="7973359" cy="599246"/>
          </a:xfrm>
        </p:spPr>
        <p:txBody>
          <a:bodyPr/>
          <a:lstStyle/>
          <a:p>
            <a:r>
              <a:rPr lang="en-US" b="1">
                <a:latin typeface="Times New Roman" panose="02020603050405020304" pitchFamily="18" charset="0"/>
                <a:cs typeface="Times New Roman" panose="02020603050405020304" pitchFamily="18" charset="0"/>
              </a:rPr>
              <a:t>1. Các khái niệm cốt lõi của Deep Learning</a:t>
            </a:r>
            <a:br>
              <a:rPr lang="en-US" b="1">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45" name="Text Placeholder 44">
            <a:extLst>
              <a:ext uri="{FF2B5EF4-FFF2-40B4-BE49-F238E27FC236}">
                <a16:creationId xmlns:a16="http://schemas.microsoft.com/office/drawing/2014/main" id="{56D67A89-9D77-8C1E-FF60-47BFD402884F}"/>
              </a:ext>
            </a:extLst>
          </p:cNvPr>
          <p:cNvSpPr>
            <a:spLocks noGrp="1"/>
          </p:cNvSpPr>
          <p:nvPr>
            <p:ph type="body" idx="13"/>
          </p:nvPr>
        </p:nvSpPr>
        <p:spPr/>
        <p:txBody>
          <a:bodyPr/>
          <a:lstStyle/>
          <a:p>
            <a:r>
              <a:rPr lang="en-US" b="1">
                <a:latin typeface="Times New Roman" panose="02020603050405020304" pitchFamily="18" charset="0"/>
                <a:cs typeface="Times New Roman" panose="02020603050405020304" pitchFamily="18" charset="0"/>
              </a:rPr>
              <a:t>Hàm mất mát (</a:t>
            </a:r>
            <a:r>
              <a:rPr lang="en-US" b="1" i="1">
                <a:latin typeface="Times New Roman" panose="02020603050405020304" pitchFamily="18" charset="0"/>
                <a:cs typeface="Times New Roman" panose="02020603050405020304" pitchFamily="18" charset="0"/>
              </a:rPr>
              <a:t>Loss function</a:t>
            </a:r>
            <a:r>
              <a:rPr lang="en-US" b="1">
                <a:latin typeface="Times New Roman" panose="02020603050405020304" pitchFamily="18" charset="0"/>
                <a:cs typeface="Times New Roman" panose="02020603050405020304" pitchFamily="18" charset="0"/>
              </a:rPr>
              <a:t>)</a:t>
            </a:r>
          </a:p>
          <a:p>
            <a:endParaRPr lang="en-US">
              <a:latin typeface="Times New Roman" panose="02020603050405020304" pitchFamily="18" charset="0"/>
              <a:cs typeface="Times New Roman" panose="02020603050405020304" pitchFamily="18" charset="0"/>
            </a:endParaRPr>
          </a:p>
        </p:txBody>
      </p:sp>
      <p:sp>
        <p:nvSpPr>
          <p:cNvPr id="43" name="Content Placeholder 42">
            <a:extLst>
              <a:ext uri="{FF2B5EF4-FFF2-40B4-BE49-F238E27FC236}">
                <a16:creationId xmlns:a16="http://schemas.microsoft.com/office/drawing/2014/main" id="{6A7E9824-48E7-1BB2-8F11-D78731C294E6}"/>
              </a:ext>
            </a:extLst>
          </p:cNvPr>
          <p:cNvSpPr>
            <a:spLocks noGrp="1"/>
          </p:cNvSpPr>
          <p:nvPr>
            <p:ph idx="1"/>
          </p:nvPr>
        </p:nvSpPr>
        <p:spPr/>
        <p:txBody>
          <a:bodyPr/>
          <a:lstStyle/>
          <a:p>
            <a:pPr marL="0" indent="0">
              <a:lnSpc>
                <a:spcPct val="150000"/>
              </a:lnSpc>
              <a:buNone/>
            </a:pPr>
            <a:r>
              <a:rPr lang="vi-VN" sz="2000">
                <a:latin typeface="Times New Roman" panose="02020603050405020304" pitchFamily="18" charset="0"/>
                <a:cs typeface="Times New Roman" panose="02020603050405020304" pitchFamily="18" charset="0"/>
              </a:rPr>
              <a:t>Hàm mất mát đo lường sự khác biệt giữa đầu ra dự đoán của mô hình và giá trị thực tế. Các hàm phổ biến bao gồm </a:t>
            </a:r>
            <a:r>
              <a:rPr lang="vi-VN" sz="2000" i="1">
                <a:latin typeface="Times New Roman" panose="02020603050405020304" pitchFamily="18" charset="0"/>
                <a:cs typeface="Times New Roman" panose="02020603050405020304" pitchFamily="18" charset="0"/>
              </a:rPr>
              <a:t>Cross-Entropy</a:t>
            </a:r>
            <a:r>
              <a:rPr lang="vi-VN" sz="2000">
                <a:latin typeface="Times New Roman" panose="02020603050405020304" pitchFamily="18" charset="0"/>
                <a:cs typeface="Times New Roman" panose="02020603050405020304" pitchFamily="18" charset="0"/>
              </a:rPr>
              <a:t> (thường dùng cho bài toán phân loại) và </a:t>
            </a:r>
            <a:r>
              <a:rPr lang="vi-VN" sz="2000" i="1">
                <a:latin typeface="Times New Roman" panose="02020603050405020304" pitchFamily="18" charset="0"/>
                <a:cs typeface="Times New Roman" panose="02020603050405020304" pitchFamily="18" charset="0"/>
              </a:rPr>
              <a:t>MSE</a:t>
            </a:r>
            <a:r>
              <a:rPr lang="vi-VN" sz="2000">
                <a:latin typeface="Times New Roman" panose="02020603050405020304" pitchFamily="18" charset="0"/>
                <a:cs typeface="Times New Roman" panose="02020603050405020304" pitchFamily="18" charset="0"/>
              </a:rPr>
              <a:t> (</a:t>
            </a:r>
            <a:r>
              <a:rPr lang="vi-VN" sz="2000" i="1">
                <a:latin typeface="Times New Roman" panose="02020603050405020304" pitchFamily="18" charset="0"/>
                <a:cs typeface="Times New Roman" panose="02020603050405020304" pitchFamily="18" charset="0"/>
              </a:rPr>
              <a:t>Mean Squared Error</a:t>
            </a:r>
            <a:r>
              <a:rPr lang="vi-VN" sz="2000">
                <a:latin typeface="Times New Roman" panose="02020603050405020304" pitchFamily="18" charset="0"/>
                <a:cs typeface="Times New Roman" panose="02020603050405020304" pitchFamily="18" charset="0"/>
              </a:rPr>
              <a:t>, thường dùng cho bài toán hồi quy). Mục tiêu của quá trình huấn luyện là giảm thiểu giá trị của hàm mất mát.</a:t>
            </a:r>
          </a:p>
          <a:p>
            <a:pPr>
              <a:lnSpc>
                <a:spcPct val="150000"/>
              </a:lnSpc>
            </a:pPr>
            <a:endParaRPr lang="en-US"/>
          </a:p>
        </p:txBody>
      </p:sp>
      <p:sp>
        <p:nvSpPr>
          <p:cNvPr id="44" name="Text Placeholder 43">
            <a:extLst>
              <a:ext uri="{FF2B5EF4-FFF2-40B4-BE49-F238E27FC236}">
                <a16:creationId xmlns:a16="http://schemas.microsoft.com/office/drawing/2014/main" id="{D84B6E22-6077-05D3-6D57-B3E654FD832C}"/>
              </a:ext>
            </a:extLst>
          </p:cNvPr>
          <p:cNvSpPr>
            <a:spLocks noGrp="1"/>
          </p:cNvSpPr>
          <p:nvPr>
            <p:ph type="body" sz="quarter" idx="3"/>
          </p:nvPr>
        </p:nvSpPr>
        <p:spPr/>
        <p:txBody>
          <a:bodyPr/>
          <a:lstStyle/>
          <a:p>
            <a:r>
              <a:rPr lang="en-US" b="1">
                <a:latin typeface="Times New Roman" panose="02020603050405020304" pitchFamily="18" charset="0"/>
                <a:cs typeface="Times New Roman" panose="02020603050405020304" pitchFamily="18" charset="0"/>
              </a:rPr>
              <a:t>Forward propagation và Backpropagation</a:t>
            </a:r>
          </a:p>
          <a:p>
            <a:endParaRPr lang="en-US"/>
          </a:p>
        </p:txBody>
      </p:sp>
      <p:sp>
        <p:nvSpPr>
          <p:cNvPr id="46" name="Content Placeholder 45">
            <a:extLst>
              <a:ext uri="{FF2B5EF4-FFF2-40B4-BE49-F238E27FC236}">
                <a16:creationId xmlns:a16="http://schemas.microsoft.com/office/drawing/2014/main" id="{CCF996FB-3D97-258F-4288-0E7735F58619}"/>
              </a:ext>
            </a:extLst>
          </p:cNvPr>
          <p:cNvSpPr>
            <a:spLocks noGrp="1"/>
          </p:cNvSpPr>
          <p:nvPr>
            <p:ph idx="16"/>
          </p:nvPr>
        </p:nvSpPr>
        <p:spPr/>
        <p:txBody>
          <a:bodyPr/>
          <a:lstStyle/>
          <a:p>
            <a:pPr marL="0" indent="0">
              <a:lnSpc>
                <a:spcPct val="150000"/>
              </a:lnSpc>
              <a:buNone/>
            </a:pPr>
            <a:r>
              <a:rPr lang="vi-VN" sz="2000" i="1">
                <a:latin typeface="Times New Roman" panose="02020603050405020304" pitchFamily="18" charset="0"/>
                <a:cs typeface="Times New Roman" panose="02020603050405020304" pitchFamily="18" charset="0"/>
              </a:rPr>
              <a:t>Forward propagation</a:t>
            </a:r>
            <a:r>
              <a:rPr lang="vi-VN" sz="2000">
                <a:latin typeface="Times New Roman" panose="02020603050405020304" pitchFamily="18" charset="0"/>
                <a:cs typeface="Times New Roman" panose="02020603050405020304" pitchFamily="18" charset="0"/>
              </a:rPr>
              <a:t> là quá trình dữ liệu đi từ lớp đầu vào qua các lớp ẩn đến lớp đầu ra. </a:t>
            </a:r>
            <a:r>
              <a:rPr lang="vi-VN" sz="2000" i="1">
                <a:latin typeface="Times New Roman" panose="02020603050405020304" pitchFamily="18" charset="0"/>
                <a:cs typeface="Times New Roman" panose="02020603050405020304" pitchFamily="18" charset="0"/>
              </a:rPr>
              <a:t>Backpropagation</a:t>
            </a:r>
            <a:r>
              <a:rPr lang="vi-VN" sz="2000">
                <a:latin typeface="Times New Roman" panose="02020603050405020304" pitchFamily="18" charset="0"/>
                <a:cs typeface="Times New Roman" panose="02020603050405020304" pitchFamily="18" charset="0"/>
              </a:rPr>
              <a:t> là thuật toán quan trọng dùng để điều chỉnh trọng số và bias của mạng dựa trên độ dốc của hàm mất mát, nhằm tối ưu hóa hiệu suất của mô hình.</a:t>
            </a:r>
          </a:p>
          <a:p>
            <a:pPr>
              <a:lnSpc>
                <a:spcPct val="150000"/>
              </a:lnSpc>
            </a:pPr>
            <a:endParaRPr lang="en-US"/>
          </a:p>
        </p:txBody>
      </p:sp>
      <p:sp>
        <p:nvSpPr>
          <p:cNvPr id="5" name="Slide Number Placeholder 4">
            <a:extLst>
              <a:ext uri="{FF2B5EF4-FFF2-40B4-BE49-F238E27FC236}">
                <a16:creationId xmlns:a16="http://schemas.microsoft.com/office/drawing/2014/main" id="{CAFD89D3-AEA8-B29F-99BC-515E292C5D58}"/>
              </a:ext>
            </a:extLst>
          </p:cNvPr>
          <p:cNvSpPr>
            <a:spLocks noGrp="1"/>
          </p:cNvSpPr>
          <p:nvPr>
            <p:ph type="sldNum" sz="quarter" idx="12"/>
          </p:nvPr>
        </p:nvSpPr>
        <p:spPr/>
        <p:txBody>
          <a:bodyPr/>
          <a:lstStyle/>
          <a:p>
            <a:fld id="{84D792B7-0397-C047-AE12-1A03F7E3DC83}" type="slidenum">
              <a:rPr lang="en-US" smtClean="0"/>
              <a:pPr/>
              <a:t>5</a:t>
            </a:fld>
            <a:endParaRPr lang="en-US" dirty="0"/>
          </a:p>
        </p:txBody>
      </p:sp>
      <p:sp>
        <p:nvSpPr>
          <p:cNvPr id="6" name="Footer Placeholder 5">
            <a:extLst>
              <a:ext uri="{FF2B5EF4-FFF2-40B4-BE49-F238E27FC236}">
                <a16:creationId xmlns:a16="http://schemas.microsoft.com/office/drawing/2014/main" id="{04BAF5D6-7006-42C6-9E45-F701882D683A}"/>
              </a:ext>
            </a:extLst>
          </p:cNvPr>
          <p:cNvSpPr>
            <a:spLocks noGrp="1"/>
          </p:cNvSpPr>
          <p:nvPr>
            <p:ph type="ftr" sz="quarter" idx="11"/>
          </p:nvPr>
        </p:nvSpPr>
        <p:spPr/>
        <p:txBody>
          <a:bodyPr/>
          <a:lstStyle/>
          <a:p>
            <a:r>
              <a:rPr lang="en-US"/>
              <a:t>presentation title</a:t>
            </a:r>
            <a:endParaRPr lang="en-US" dirty="0"/>
          </a:p>
        </p:txBody>
      </p:sp>
      <p:sp>
        <p:nvSpPr>
          <p:cNvPr id="7" name="Date Placeholder 6">
            <a:extLst>
              <a:ext uri="{FF2B5EF4-FFF2-40B4-BE49-F238E27FC236}">
                <a16:creationId xmlns:a16="http://schemas.microsoft.com/office/drawing/2014/main" id="{67DBB77C-99C3-D0A9-3887-5F10A1287E18}"/>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108129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A55D9C5-8BFC-C869-35E9-67BD3FA6F1A2}"/>
              </a:ext>
            </a:extLst>
          </p:cNvPr>
          <p:cNvSpPr>
            <a:spLocks noGrp="1"/>
          </p:cNvSpPr>
          <p:nvPr>
            <p:ph type="title"/>
          </p:nvPr>
        </p:nvSpPr>
        <p:spPr>
          <a:xfrm>
            <a:off x="2075897" y="643576"/>
            <a:ext cx="7891063" cy="485924"/>
          </a:xfrm>
        </p:spPr>
        <p:txBody>
          <a:bodyPr/>
          <a:lstStyle/>
          <a:p>
            <a:r>
              <a:rPr lang="en-US" b="1">
                <a:latin typeface="Times New Roman" panose="02020603050405020304" pitchFamily="18" charset="0"/>
                <a:ea typeface="Crimson Pro Bold" pitchFamily="34" charset="-122"/>
                <a:cs typeface="Times New Roman" panose="02020603050405020304" pitchFamily="18" charset="0"/>
              </a:rPr>
              <a:t>2. Quy trình huấn luyện Neural Network</a:t>
            </a:r>
            <a:br>
              <a:rPr lang="en-US" sz="3600">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20" name="Text Placeholder 19">
            <a:extLst>
              <a:ext uri="{FF2B5EF4-FFF2-40B4-BE49-F238E27FC236}">
                <a16:creationId xmlns:a16="http://schemas.microsoft.com/office/drawing/2014/main" id="{D59BFEE9-2985-BB6F-730E-BE23BF6418E9}"/>
              </a:ext>
            </a:extLst>
          </p:cNvPr>
          <p:cNvSpPr>
            <a:spLocks noGrp="1"/>
          </p:cNvSpPr>
          <p:nvPr>
            <p:ph type="body" idx="13"/>
          </p:nvPr>
        </p:nvSpPr>
        <p:spPr/>
        <p:txBody>
          <a:bodyPr/>
          <a:lstStyle/>
          <a:p>
            <a:r>
              <a:rPr lang="en-US" b="1">
                <a:solidFill>
                  <a:srgbClr val="443728"/>
                </a:solidFill>
                <a:latin typeface="Times New Roman" panose="02020603050405020304" pitchFamily="18" charset="0"/>
                <a:ea typeface="Crimson Pro Bold" pitchFamily="34" charset="-122"/>
                <a:cs typeface="Times New Roman" panose="02020603050405020304" pitchFamily="18" charset="0"/>
              </a:rPr>
              <a:t>Chuẩn bị dữ liệu</a:t>
            </a:r>
            <a:endParaRPr lang="en-US" sz="1050">
              <a:latin typeface="Times New Roman" panose="02020603050405020304" pitchFamily="18" charset="0"/>
              <a:cs typeface="Times New Roman" panose="02020603050405020304" pitchFamily="18" charset="0"/>
            </a:endParaRPr>
          </a:p>
          <a:p>
            <a:endParaRPr lang="en-US"/>
          </a:p>
        </p:txBody>
      </p:sp>
      <p:sp>
        <p:nvSpPr>
          <p:cNvPr id="18" name="Content Placeholder 17">
            <a:extLst>
              <a:ext uri="{FF2B5EF4-FFF2-40B4-BE49-F238E27FC236}">
                <a16:creationId xmlns:a16="http://schemas.microsoft.com/office/drawing/2014/main" id="{1525B67D-721C-48CF-4D7C-E1BEF7F578BF}"/>
              </a:ext>
            </a:extLst>
          </p:cNvPr>
          <p:cNvSpPr>
            <a:spLocks noGrp="1"/>
          </p:cNvSpPr>
          <p:nvPr>
            <p:ph idx="1"/>
          </p:nvPr>
        </p:nvSpPr>
        <p:spPr/>
        <p:txBody>
          <a:bodyPr/>
          <a:lstStyle/>
          <a:p>
            <a:pPr marL="0" indent="0">
              <a:lnSpc>
                <a:spcPct val="150000"/>
              </a:lnSpc>
              <a:buNone/>
            </a:pPr>
            <a:r>
              <a:rPr lang="en-US">
                <a:solidFill>
                  <a:srgbClr val="443728"/>
                </a:solidFill>
                <a:latin typeface="Times New Roman" pitchFamily="34" charset="0"/>
                <a:ea typeface="Open Sans" pitchFamily="34" charset="-122"/>
                <a:cs typeface="Open Sans" pitchFamily="34" charset="-120"/>
              </a:rPr>
              <a:t>Bước đầu tiên là chuẩn bị dữ liệu, bao gồm tiền xử lý như </a:t>
            </a:r>
            <a:r>
              <a:rPr lang="en-US" i="1">
                <a:solidFill>
                  <a:srgbClr val="443728"/>
                </a:solidFill>
                <a:latin typeface="Times New Roman" pitchFamily="34" charset="0"/>
                <a:ea typeface="Open Sans" pitchFamily="34" charset="-122"/>
                <a:cs typeface="Open Sans" pitchFamily="34" charset="-120"/>
              </a:rPr>
              <a:t>normalize</a:t>
            </a:r>
            <a:r>
              <a:rPr lang="en-US">
                <a:solidFill>
                  <a:srgbClr val="443728"/>
                </a:solidFill>
                <a:latin typeface="Times New Roman" pitchFamily="34" charset="0"/>
                <a:ea typeface="Open Sans" pitchFamily="34" charset="-122"/>
                <a:cs typeface="Open Sans" pitchFamily="34" charset="-120"/>
              </a:rPr>
              <a:t> (chuẩn hóa giá trị) và </a:t>
            </a:r>
            <a:r>
              <a:rPr lang="en-US" i="1">
                <a:solidFill>
                  <a:srgbClr val="443728"/>
                </a:solidFill>
                <a:latin typeface="Times New Roman" pitchFamily="34" charset="0"/>
                <a:ea typeface="Open Sans" pitchFamily="34" charset="-122"/>
                <a:cs typeface="Open Sans" pitchFamily="34" charset="-120"/>
              </a:rPr>
              <a:t>augment</a:t>
            </a:r>
            <a:r>
              <a:rPr lang="en-US">
                <a:solidFill>
                  <a:srgbClr val="443728"/>
                </a:solidFill>
                <a:latin typeface="Times New Roman" pitchFamily="34" charset="0"/>
                <a:ea typeface="Open Sans" pitchFamily="34" charset="-122"/>
                <a:cs typeface="Open Sans" pitchFamily="34" charset="-120"/>
              </a:rPr>
              <a:t> (tăng cường dữ liệu để mở rộng tập huấn luyện). Dữ liệu sạch và được chuẩn bị tốt là yếu tố then chốt để đạt được kết quả tốt.</a:t>
            </a:r>
            <a:endParaRPr lang="en-US"/>
          </a:p>
          <a:p>
            <a:pPr marL="0" indent="0">
              <a:lnSpc>
                <a:spcPct val="150000"/>
              </a:lnSpc>
              <a:buNone/>
            </a:pPr>
            <a:endParaRPr lang="en-US"/>
          </a:p>
        </p:txBody>
      </p:sp>
      <p:sp>
        <p:nvSpPr>
          <p:cNvPr id="19" name="Text Placeholder 18">
            <a:extLst>
              <a:ext uri="{FF2B5EF4-FFF2-40B4-BE49-F238E27FC236}">
                <a16:creationId xmlns:a16="http://schemas.microsoft.com/office/drawing/2014/main" id="{D2BAFDB6-D8AF-22F0-C0C1-5AE2B35373E0}"/>
              </a:ext>
            </a:extLst>
          </p:cNvPr>
          <p:cNvSpPr>
            <a:spLocks noGrp="1"/>
          </p:cNvSpPr>
          <p:nvPr>
            <p:ph type="body" sz="quarter" idx="3"/>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Khởi tạo mô hình</a:t>
            </a:r>
            <a:endParaRPr lang="en-US" sz="1050"/>
          </a:p>
          <a:p>
            <a:endParaRPr lang="en-US"/>
          </a:p>
        </p:txBody>
      </p:sp>
      <p:sp>
        <p:nvSpPr>
          <p:cNvPr id="21" name="Content Placeholder 20">
            <a:extLst>
              <a:ext uri="{FF2B5EF4-FFF2-40B4-BE49-F238E27FC236}">
                <a16:creationId xmlns:a16="http://schemas.microsoft.com/office/drawing/2014/main" id="{014976E2-1287-B396-57C8-133DB25EBD38}"/>
              </a:ext>
            </a:extLst>
          </p:cNvPr>
          <p:cNvSpPr>
            <a:spLocks noGrp="1"/>
          </p:cNvSpPr>
          <p:nvPr>
            <p:ph idx="16"/>
          </p:nvPr>
        </p:nvSpPr>
        <p:spPr/>
        <p:txBody>
          <a:bodyPr/>
          <a:lstStyle/>
          <a:p>
            <a:pPr marL="0" indent="0">
              <a:lnSpc>
                <a:spcPct val="150000"/>
              </a:lnSpc>
              <a:buNone/>
            </a:pPr>
            <a:r>
              <a:rPr lang="en-US">
                <a:solidFill>
                  <a:srgbClr val="443728"/>
                </a:solidFill>
                <a:latin typeface="Times New Roman" pitchFamily="34" charset="0"/>
                <a:ea typeface="Open Sans" pitchFamily="34" charset="-122"/>
                <a:cs typeface="Open Sans" pitchFamily="34" charset="-120"/>
              </a:rPr>
              <a:t>Chọn kiến trúc mô hình phù hợp và khởi tạo các trọng số ban đầu. Sau đó, chúng ta cần lựa chọn hàm mất mát (</a:t>
            </a:r>
            <a:r>
              <a:rPr lang="en-US" i="1">
                <a:solidFill>
                  <a:srgbClr val="443728"/>
                </a:solidFill>
                <a:latin typeface="Times New Roman" pitchFamily="34" charset="0"/>
                <a:ea typeface="Open Sans" pitchFamily="34" charset="-122"/>
                <a:cs typeface="Open Sans" pitchFamily="34" charset="-120"/>
              </a:rPr>
              <a:t>loss function</a:t>
            </a:r>
            <a:r>
              <a:rPr lang="en-US">
                <a:solidFill>
                  <a:srgbClr val="443728"/>
                </a:solidFill>
                <a:latin typeface="Times New Roman" pitchFamily="34" charset="0"/>
                <a:ea typeface="Open Sans" pitchFamily="34" charset="-122"/>
                <a:cs typeface="Open Sans" pitchFamily="34" charset="-120"/>
              </a:rPr>
              <a:t>) và thuật toán tối ưu (</a:t>
            </a:r>
            <a:r>
              <a:rPr lang="en-US" i="1">
                <a:solidFill>
                  <a:srgbClr val="443728"/>
                </a:solidFill>
                <a:latin typeface="Times New Roman" pitchFamily="34" charset="0"/>
                <a:ea typeface="Open Sans" pitchFamily="34" charset="-122"/>
                <a:cs typeface="Open Sans" pitchFamily="34" charset="-120"/>
              </a:rPr>
              <a:t>optimizer</a:t>
            </a:r>
            <a:r>
              <a:rPr lang="en-US">
                <a:solidFill>
                  <a:srgbClr val="443728"/>
                </a:solidFill>
                <a:latin typeface="Times New Roman" pitchFamily="34" charset="0"/>
                <a:ea typeface="Open Sans" pitchFamily="34" charset="-122"/>
                <a:cs typeface="Open Sans" pitchFamily="34" charset="-120"/>
              </a:rPr>
              <a:t>) phù hợp với bài toán cụ thể.</a:t>
            </a:r>
            <a:endParaRPr lang="en-US"/>
          </a:p>
          <a:p>
            <a:pPr>
              <a:lnSpc>
                <a:spcPct val="150000"/>
              </a:lnSpc>
            </a:pPr>
            <a:endParaRPr lang="en-US"/>
          </a:p>
        </p:txBody>
      </p:sp>
      <p:sp>
        <p:nvSpPr>
          <p:cNvPr id="7" name="Slide Number Placeholder 6">
            <a:extLst>
              <a:ext uri="{FF2B5EF4-FFF2-40B4-BE49-F238E27FC236}">
                <a16:creationId xmlns:a16="http://schemas.microsoft.com/office/drawing/2014/main" id="{583A9F18-7289-38AC-9F75-AE018927516A}"/>
              </a:ext>
            </a:extLst>
          </p:cNvPr>
          <p:cNvSpPr>
            <a:spLocks noGrp="1"/>
          </p:cNvSpPr>
          <p:nvPr>
            <p:ph type="sldNum" sz="quarter" idx="12"/>
          </p:nvPr>
        </p:nvSpPr>
        <p:spPr/>
        <p:txBody>
          <a:bodyPr/>
          <a:lstStyle/>
          <a:p>
            <a:fld id="{84D792B7-0397-C047-AE12-1A03F7E3DC83}" type="slidenum">
              <a:rPr lang="en-US" smtClean="0"/>
              <a:t>6</a:t>
            </a:fld>
            <a:endParaRPr lang="en-US" dirty="0"/>
          </a:p>
        </p:txBody>
      </p:sp>
      <p:sp>
        <p:nvSpPr>
          <p:cNvPr id="8" name="Footer Placeholder 7">
            <a:extLst>
              <a:ext uri="{FF2B5EF4-FFF2-40B4-BE49-F238E27FC236}">
                <a16:creationId xmlns:a16="http://schemas.microsoft.com/office/drawing/2014/main" id="{D79E7A19-F916-EB18-FADF-6C8CD3CD8AEE}"/>
              </a:ext>
            </a:extLst>
          </p:cNvPr>
          <p:cNvSpPr>
            <a:spLocks noGrp="1"/>
          </p:cNvSpPr>
          <p:nvPr>
            <p:ph type="ftr" sz="quarter" idx="11"/>
          </p:nvPr>
        </p:nvSpPr>
        <p:spPr/>
        <p:txBody>
          <a:bodyPr/>
          <a:lstStyle/>
          <a:p>
            <a:r>
              <a:rPr lang="en-US"/>
              <a:t>presentation title</a:t>
            </a:r>
            <a:endParaRPr lang="en-US" dirty="0"/>
          </a:p>
        </p:txBody>
      </p:sp>
      <p:sp>
        <p:nvSpPr>
          <p:cNvPr id="9" name="Date Placeholder 8">
            <a:extLst>
              <a:ext uri="{FF2B5EF4-FFF2-40B4-BE49-F238E27FC236}">
                <a16:creationId xmlns:a16="http://schemas.microsoft.com/office/drawing/2014/main" id="{D013A852-9A8E-1D19-D98E-8E1024690A2C}"/>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3524984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D388-AA70-1AC9-2E9D-E4278934607B}"/>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A6FC29B5-7885-2B4F-95D3-1C1DF9D3FA1C}"/>
              </a:ext>
            </a:extLst>
          </p:cNvPr>
          <p:cNvSpPr>
            <a:spLocks noGrp="1"/>
          </p:cNvSpPr>
          <p:nvPr>
            <p:ph type="title"/>
          </p:nvPr>
        </p:nvSpPr>
        <p:spPr>
          <a:xfrm>
            <a:off x="2075897" y="643576"/>
            <a:ext cx="7891063" cy="485924"/>
          </a:xfrm>
        </p:spPr>
        <p:txBody>
          <a:bodyPr/>
          <a:lstStyle/>
          <a:p>
            <a:r>
              <a:rPr lang="en-US" b="1">
                <a:latin typeface="Times New Roman" panose="02020603050405020304" pitchFamily="18" charset="0"/>
                <a:ea typeface="Crimson Pro Bold" pitchFamily="34" charset="-122"/>
                <a:cs typeface="Times New Roman" panose="02020603050405020304" pitchFamily="18" charset="0"/>
              </a:rPr>
              <a:t>2. Quy trình huấn luyện Neural Network</a:t>
            </a:r>
            <a:br>
              <a:rPr lang="en-US" sz="3600">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20" name="Text Placeholder 19">
            <a:extLst>
              <a:ext uri="{FF2B5EF4-FFF2-40B4-BE49-F238E27FC236}">
                <a16:creationId xmlns:a16="http://schemas.microsoft.com/office/drawing/2014/main" id="{9952D849-FC03-2550-154F-77C68FADE979}"/>
              </a:ext>
            </a:extLst>
          </p:cNvPr>
          <p:cNvSpPr>
            <a:spLocks noGrp="1"/>
          </p:cNvSpPr>
          <p:nvPr>
            <p:ph type="body" idx="13"/>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Batch – Epoch – Iteration</a:t>
            </a:r>
            <a:endParaRPr lang="en-US" sz="1050"/>
          </a:p>
          <a:p>
            <a:endParaRPr lang="en-US"/>
          </a:p>
        </p:txBody>
      </p:sp>
      <p:sp>
        <p:nvSpPr>
          <p:cNvPr id="18" name="Content Placeholder 17">
            <a:extLst>
              <a:ext uri="{FF2B5EF4-FFF2-40B4-BE49-F238E27FC236}">
                <a16:creationId xmlns:a16="http://schemas.microsoft.com/office/drawing/2014/main" id="{D5FEB179-0668-DF84-A601-93311BB576FA}"/>
              </a:ext>
            </a:extLst>
          </p:cNvPr>
          <p:cNvSpPr>
            <a:spLocks noGrp="1"/>
          </p:cNvSpPr>
          <p:nvPr>
            <p:ph idx="1"/>
          </p:nvPr>
        </p:nvSpPr>
        <p:spPr/>
        <p:txBody>
          <a:bodyPr/>
          <a:lstStyle/>
          <a:p>
            <a:pPr marL="0" indent="0">
              <a:lnSpc>
                <a:spcPct val="150000"/>
              </a:lnSpc>
              <a:buNone/>
            </a:pPr>
            <a:r>
              <a:rPr lang="en-US" i="1">
                <a:solidFill>
                  <a:srgbClr val="443728"/>
                </a:solidFill>
                <a:latin typeface="Times New Roman" pitchFamily="34" charset="0"/>
                <a:ea typeface="Open Sans" pitchFamily="34" charset="-122"/>
                <a:cs typeface="Open Sans" pitchFamily="34" charset="-120"/>
              </a:rPr>
              <a:t>Batch</a:t>
            </a:r>
            <a:r>
              <a:rPr lang="en-US">
                <a:solidFill>
                  <a:srgbClr val="443728"/>
                </a:solidFill>
                <a:latin typeface="Times New Roman" pitchFamily="34" charset="0"/>
                <a:ea typeface="Open Sans" pitchFamily="34" charset="-122"/>
                <a:cs typeface="Open Sans" pitchFamily="34" charset="-120"/>
              </a:rPr>
              <a:t> là số lượng mẫu dữ liệu được xử lý trước khi cập nhật trọng số. Một </a:t>
            </a:r>
            <a:r>
              <a:rPr lang="en-US" i="1">
                <a:solidFill>
                  <a:srgbClr val="443728"/>
                </a:solidFill>
                <a:latin typeface="Times New Roman" pitchFamily="34" charset="0"/>
                <a:ea typeface="Open Sans" pitchFamily="34" charset="-122"/>
                <a:cs typeface="Open Sans" pitchFamily="34" charset="-120"/>
              </a:rPr>
              <a:t>Epoch</a:t>
            </a:r>
            <a:r>
              <a:rPr lang="en-US">
                <a:solidFill>
                  <a:srgbClr val="443728"/>
                </a:solidFill>
                <a:latin typeface="Times New Roman" pitchFamily="34" charset="0"/>
                <a:ea typeface="Open Sans" pitchFamily="34" charset="-122"/>
                <a:cs typeface="Open Sans" pitchFamily="34" charset="-120"/>
              </a:rPr>
              <a:t> là một lần toàn bộ tập dữ liệu huấn luyện được duyệt qua. </a:t>
            </a:r>
            <a:r>
              <a:rPr lang="en-US" i="1">
                <a:solidFill>
                  <a:srgbClr val="443728"/>
                </a:solidFill>
                <a:latin typeface="Times New Roman" pitchFamily="34" charset="0"/>
                <a:ea typeface="Open Sans" pitchFamily="34" charset="-122"/>
                <a:cs typeface="Open Sans" pitchFamily="34" charset="-120"/>
              </a:rPr>
              <a:t>Iteration</a:t>
            </a:r>
            <a:r>
              <a:rPr lang="en-US">
                <a:solidFill>
                  <a:srgbClr val="443728"/>
                </a:solidFill>
                <a:latin typeface="Times New Roman" pitchFamily="34" charset="0"/>
                <a:ea typeface="Open Sans" pitchFamily="34" charset="-122"/>
                <a:cs typeface="Open Sans" pitchFamily="34" charset="-120"/>
              </a:rPr>
              <a:t> là số lần cập nhật trọng số trong một epoch. Các tham số này ảnh hưởng đến tốc độ và hiệu quả huấn luyện.</a:t>
            </a:r>
            <a:endParaRPr lang="en-US"/>
          </a:p>
          <a:p>
            <a:pPr>
              <a:lnSpc>
                <a:spcPct val="150000"/>
              </a:lnSpc>
            </a:pPr>
            <a:endParaRPr lang="en-US"/>
          </a:p>
        </p:txBody>
      </p:sp>
      <p:sp>
        <p:nvSpPr>
          <p:cNvPr id="19" name="Text Placeholder 18">
            <a:extLst>
              <a:ext uri="{FF2B5EF4-FFF2-40B4-BE49-F238E27FC236}">
                <a16:creationId xmlns:a16="http://schemas.microsoft.com/office/drawing/2014/main" id="{F39C6574-C527-A607-C173-7267BB43C9C4}"/>
              </a:ext>
            </a:extLst>
          </p:cNvPr>
          <p:cNvSpPr>
            <a:spLocks noGrp="1"/>
          </p:cNvSpPr>
          <p:nvPr>
            <p:ph type="body" sz="quarter" idx="3"/>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Vấn đề Overfitting/Underfitting</a:t>
            </a:r>
            <a:endParaRPr lang="en-US" sz="1050"/>
          </a:p>
          <a:p>
            <a:endParaRPr lang="en-US"/>
          </a:p>
        </p:txBody>
      </p:sp>
      <p:sp>
        <p:nvSpPr>
          <p:cNvPr id="21" name="Content Placeholder 20">
            <a:extLst>
              <a:ext uri="{FF2B5EF4-FFF2-40B4-BE49-F238E27FC236}">
                <a16:creationId xmlns:a16="http://schemas.microsoft.com/office/drawing/2014/main" id="{918CED6A-EBEA-C8EF-AC46-4AC18984339F}"/>
              </a:ext>
            </a:extLst>
          </p:cNvPr>
          <p:cNvSpPr>
            <a:spLocks noGrp="1"/>
          </p:cNvSpPr>
          <p:nvPr>
            <p:ph idx="16"/>
          </p:nvPr>
        </p:nvSpPr>
        <p:spPr/>
        <p:txBody>
          <a:bodyPr/>
          <a:lstStyle/>
          <a:p>
            <a:pPr marL="0" indent="0">
              <a:lnSpc>
                <a:spcPct val="150000"/>
              </a:lnSpc>
              <a:buNone/>
            </a:pPr>
            <a:r>
              <a:rPr lang="en-US" i="1">
                <a:solidFill>
                  <a:srgbClr val="443728"/>
                </a:solidFill>
                <a:latin typeface="Times New Roman" panose="02020603050405020304" pitchFamily="18" charset="0"/>
                <a:ea typeface="Open Sans" pitchFamily="34" charset="-122"/>
                <a:cs typeface="Times New Roman" panose="02020603050405020304" pitchFamily="18" charset="0"/>
              </a:rPr>
              <a:t>Overfitting</a:t>
            </a:r>
            <a:r>
              <a:rPr lang="en-US">
                <a:solidFill>
                  <a:srgbClr val="443728"/>
                </a:solidFill>
                <a:latin typeface="Times New Roman" panose="02020603050405020304" pitchFamily="18" charset="0"/>
                <a:ea typeface="Open Sans" pitchFamily="34" charset="-122"/>
                <a:cs typeface="Times New Roman" panose="02020603050405020304" pitchFamily="18" charset="0"/>
              </a:rPr>
              <a:t> (quá khớp) xảy ra khi mô hình học quá kỹ dữ liệu huấn luyện mà không tổng quát hóa tốt trên dữ liệu mới. </a:t>
            </a:r>
            <a:r>
              <a:rPr lang="en-US" i="1">
                <a:solidFill>
                  <a:srgbClr val="443728"/>
                </a:solidFill>
                <a:latin typeface="Times New Roman" panose="02020603050405020304" pitchFamily="18" charset="0"/>
                <a:ea typeface="Open Sans" pitchFamily="34" charset="-122"/>
                <a:cs typeface="Times New Roman" panose="02020603050405020304" pitchFamily="18" charset="0"/>
              </a:rPr>
              <a:t>Underfitting</a:t>
            </a:r>
            <a:r>
              <a:rPr lang="en-US">
                <a:solidFill>
                  <a:srgbClr val="443728"/>
                </a:solidFill>
                <a:latin typeface="Times New Roman" panose="02020603050405020304" pitchFamily="18" charset="0"/>
                <a:ea typeface="Open Sans" pitchFamily="34" charset="-122"/>
                <a:cs typeface="Times New Roman" panose="02020603050405020304" pitchFamily="18" charset="0"/>
              </a:rPr>
              <a:t> (dưới khớp) xảy ra khi mô hình không đủ khả năng học các mối quan hệ trong dữ liệu. Các kỹ thuật khắc phục bao gồm </a:t>
            </a:r>
            <a:r>
              <a:rPr lang="en-US" i="1">
                <a:solidFill>
                  <a:srgbClr val="443728"/>
                </a:solidFill>
                <a:latin typeface="Times New Roman" panose="02020603050405020304" pitchFamily="18" charset="0"/>
                <a:ea typeface="Open Sans" pitchFamily="34" charset="-122"/>
                <a:cs typeface="Times New Roman" panose="02020603050405020304" pitchFamily="18" charset="0"/>
              </a:rPr>
              <a:t>Dropout</a:t>
            </a:r>
            <a:r>
              <a:rPr lang="en-US">
                <a:solidFill>
                  <a:srgbClr val="443728"/>
                </a:solidFill>
                <a:latin typeface="Times New Roman" panose="02020603050405020304" pitchFamily="18" charset="0"/>
                <a:ea typeface="Open Sans" pitchFamily="34" charset="-122"/>
                <a:cs typeface="Times New Roman" panose="02020603050405020304" pitchFamily="18" charset="0"/>
              </a:rPr>
              <a:t>, </a:t>
            </a:r>
            <a:r>
              <a:rPr lang="en-US" i="1">
                <a:solidFill>
                  <a:srgbClr val="443728"/>
                </a:solidFill>
                <a:latin typeface="Times New Roman" panose="02020603050405020304" pitchFamily="18" charset="0"/>
                <a:ea typeface="Open Sans" pitchFamily="34" charset="-122"/>
                <a:cs typeface="Times New Roman" panose="02020603050405020304" pitchFamily="18" charset="0"/>
              </a:rPr>
              <a:t>Data Augmentation</a:t>
            </a:r>
            <a:r>
              <a:rPr lang="en-US">
                <a:solidFill>
                  <a:srgbClr val="443728"/>
                </a:solidFill>
                <a:latin typeface="Times New Roman" panose="02020603050405020304" pitchFamily="18" charset="0"/>
                <a:ea typeface="Open Sans" pitchFamily="34" charset="-122"/>
                <a:cs typeface="Times New Roman" panose="02020603050405020304" pitchFamily="18" charset="0"/>
              </a:rPr>
              <a:t>, và </a:t>
            </a:r>
            <a:r>
              <a:rPr lang="en-US" i="1">
                <a:solidFill>
                  <a:srgbClr val="443728"/>
                </a:solidFill>
                <a:latin typeface="Times New Roman" panose="02020603050405020304" pitchFamily="18" charset="0"/>
                <a:ea typeface="Open Sans" pitchFamily="34" charset="-122"/>
                <a:cs typeface="Times New Roman" panose="02020603050405020304" pitchFamily="18" charset="0"/>
              </a:rPr>
              <a:t>Early Stopping</a:t>
            </a:r>
            <a:r>
              <a:rPr lang="en-US">
                <a:solidFill>
                  <a:srgbClr val="443728"/>
                </a:solidFill>
                <a:latin typeface="Times New Roman" panose="02020603050405020304" pitchFamily="18" charset="0"/>
                <a:ea typeface="Open Sans" pitchFamily="34" charset="-122"/>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a:p>
            <a:pPr>
              <a:lnSpc>
                <a:spcPct val="150000"/>
              </a:lnSpc>
            </a:pPr>
            <a:endParaRPr lang="en-US"/>
          </a:p>
        </p:txBody>
      </p:sp>
      <p:sp>
        <p:nvSpPr>
          <p:cNvPr id="7" name="Slide Number Placeholder 6">
            <a:extLst>
              <a:ext uri="{FF2B5EF4-FFF2-40B4-BE49-F238E27FC236}">
                <a16:creationId xmlns:a16="http://schemas.microsoft.com/office/drawing/2014/main" id="{19162E77-C1A1-6804-D0E5-5BC0913B3933}"/>
              </a:ext>
            </a:extLst>
          </p:cNvPr>
          <p:cNvSpPr>
            <a:spLocks noGrp="1"/>
          </p:cNvSpPr>
          <p:nvPr>
            <p:ph type="sldNum" sz="quarter" idx="12"/>
          </p:nvPr>
        </p:nvSpPr>
        <p:spPr/>
        <p:txBody>
          <a:bodyPr/>
          <a:lstStyle/>
          <a:p>
            <a:fld id="{84D792B7-0397-C047-AE12-1A03F7E3DC83}" type="slidenum">
              <a:rPr lang="en-US" smtClean="0"/>
              <a:t>7</a:t>
            </a:fld>
            <a:endParaRPr lang="en-US" dirty="0"/>
          </a:p>
        </p:txBody>
      </p:sp>
      <p:sp>
        <p:nvSpPr>
          <p:cNvPr id="8" name="Footer Placeholder 7">
            <a:extLst>
              <a:ext uri="{FF2B5EF4-FFF2-40B4-BE49-F238E27FC236}">
                <a16:creationId xmlns:a16="http://schemas.microsoft.com/office/drawing/2014/main" id="{3147EF37-0950-5FD2-B6FB-F4F56A14D03A}"/>
              </a:ext>
            </a:extLst>
          </p:cNvPr>
          <p:cNvSpPr>
            <a:spLocks noGrp="1"/>
          </p:cNvSpPr>
          <p:nvPr>
            <p:ph type="ftr" sz="quarter" idx="11"/>
          </p:nvPr>
        </p:nvSpPr>
        <p:spPr/>
        <p:txBody>
          <a:bodyPr/>
          <a:lstStyle/>
          <a:p>
            <a:r>
              <a:rPr lang="en-US"/>
              <a:t>presentation title</a:t>
            </a:r>
            <a:endParaRPr lang="en-US" dirty="0"/>
          </a:p>
        </p:txBody>
      </p:sp>
      <p:sp>
        <p:nvSpPr>
          <p:cNvPr id="9" name="Date Placeholder 8">
            <a:extLst>
              <a:ext uri="{FF2B5EF4-FFF2-40B4-BE49-F238E27FC236}">
                <a16:creationId xmlns:a16="http://schemas.microsoft.com/office/drawing/2014/main" id="{55A97C20-24D6-316C-EC72-E2B60E8501E0}"/>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2556078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6F85D4B-2E28-85E2-3998-D06231A24D70}"/>
              </a:ext>
            </a:extLst>
          </p:cNvPr>
          <p:cNvSpPr>
            <a:spLocks noGrp="1"/>
          </p:cNvSpPr>
          <p:nvPr>
            <p:ph type="title"/>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3. Thuật toán tối ưu hóa</a:t>
            </a:r>
            <a:br>
              <a:rPr lang="en-US"/>
            </a:br>
            <a:endParaRPr lang="en-US"/>
          </a:p>
        </p:txBody>
      </p:sp>
      <p:sp>
        <p:nvSpPr>
          <p:cNvPr id="14" name="Text Placeholder 13">
            <a:extLst>
              <a:ext uri="{FF2B5EF4-FFF2-40B4-BE49-F238E27FC236}">
                <a16:creationId xmlns:a16="http://schemas.microsoft.com/office/drawing/2014/main" id="{E81C98C7-AEB6-BB8A-AC13-C3E720FBD6E3}"/>
              </a:ext>
            </a:extLst>
          </p:cNvPr>
          <p:cNvSpPr>
            <a:spLocks noGrp="1"/>
          </p:cNvSpPr>
          <p:nvPr>
            <p:ph type="body" idx="13"/>
          </p:nvPr>
        </p:nvSpPr>
        <p:spPr/>
        <p:txBody>
          <a:bodyPr/>
          <a:lstStyle/>
          <a:p>
            <a:r>
              <a:rPr lang="en-US" b="1">
                <a:latin typeface="Times New Roman" panose="02020603050405020304" pitchFamily="18" charset="0"/>
                <a:cs typeface="Times New Roman" panose="02020603050405020304" pitchFamily="18" charset="0"/>
              </a:rPr>
              <a:t>Gradient Descent</a:t>
            </a:r>
          </a:p>
          <a:p>
            <a:endParaRPr lang="en-US"/>
          </a:p>
        </p:txBody>
      </p:sp>
      <p:sp>
        <p:nvSpPr>
          <p:cNvPr id="12" name="Content Placeholder 11">
            <a:extLst>
              <a:ext uri="{FF2B5EF4-FFF2-40B4-BE49-F238E27FC236}">
                <a16:creationId xmlns:a16="http://schemas.microsoft.com/office/drawing/2014/main" id="{58767BA1-E244-731A-149F-1C3C3DAF444A}"/>
              </a:ext>
            </a:extLst>
          </p:cNvPr>
          <p:cNvSpPr>
            <a:spLocks noGrp="1"/>
          </p:cNvSpPr>
          <p:nvPr>
            <p:ph idx="1"/>
          </p:nvPr>
        </p:nvSpPr>
        <p:spPr/>
        <p:txBody>
          <a:bodyPr/>
          <a:lstStyle/>
          <a:p>
            <a:pPr marL="0" indent="0">
              <a:lnSpc>
                <a:spcPct val="150000"/>
              </a:lnSpc>
              <a:buNone/>
            </a:pPr>
            <a:r>
              <a:rPr lang="vi-VN">
                <a:latin typeface="Times New Roman" panose="02020603050405020304" pitchFamily="18" charset="0"/>
                <a:cs typeface="Times New Roman" panose="02020603050405020304" pitchFamily="18" charset="0"/>
              </a:rPr>
              <a:t>Là thuật toán cơ bản nhất, điều chỉnh trọng số theo hướng ngược lại với gradient của hàm mất mát. Các biến thể phổ biến:</a:t>
            </a:r>
          </a:p>
          <a:p>
            <a:pPr>
              <a:lnSpc>
                <a:spcPct val="150000"/>
              </a:lnSpc>
            </a:pPr>
            <a:r>
              <a:rPr lang="vi-VN">
                <a:latin typeface="Times New Roman" panose="02020603050405020304" pitchFamily="18" charset="0"/>
                <a:cs typeface="Times New Roman" panose="02020603050405020304" pitchFamily="18" charset="0"/>
              </a:rPr>
              <a:t>SGD (Stochastic Gradient Descent): Cập nhật trọng số sau mỗi mẫu dữ liệu, nhanh nhưng có thể dao động nhiều.</a:t>
            </a:r>
          </a:p>
          <a:p>
            <a:pPr>
              <a:lnSpc>
                <a:spcPct val="150000"/>
              </a:lnSpc>
            </a:pPr>
            <a:r>
              <a:rPr lang="vi-VN">
                <a:latin typeface="Times New Roman" panose="02020603050405020304" pitchFamily="18" charset="0"/>
                <a:cs typeface="Times New Roman" panose="02020603050405020304" pitchFamily="18" charset="0"/>
              </a:rPr>
              <a:t>Mini-batch Gradient Descent: Cập nhật trọng số sau một nhóm mẫu dữ liệu nhỏ (mini-batch), cân bằng giữa tốc độ và độ ổn định.</a:t>
            </a:r>
          </a:p>
          <a:p>
            <a:pPr marL="0" indent="0">
              <a:lnSpc>
                <a:spcPct val="150000"/>
              </a:lnSpc>
              <a:buNone/>
            </a:pPr>
            <a:endParaRPr lang="en-US">
              <a:latin typeface="Times New Roman" panose="02020603050405020304" pitchFamily="18" charset="0"/>
              <a:cs typeface="Times New Roman" panose="02020603050405020304" pitchFamily="18" charset="0"/>
            </a:endParaRPr>
          </a:p>
        </p:txBody>
      </p:sp>
      <p:sp>
        <p:nvSpPr>
          <p:cNvPr id="13" name="Text Placeholder 12">
            <a:extLst>
              <a:ext uri="{FF2B5EF4-FFF2-40B4-BE49-F238E27FC236}">
                <a16:creationId xmlns:a16="http://schemas.microsoft.com/office/drawing/2014/main" id="{49DDFF43-93BF-AB6C-E77D-247DD17D7EB3}"/>
              </a:ext>
            </a:extLst>
          </p:cNvPr>
          <p:cNvSpPr>
            <a:spLocks noGrp="1"/>
          </p:cNvSpPr>
          <p:nvPr>
            <p:ph type="body" sz="quarter" idx="3"/>
          </p:nvPr>
        </p:nvSpPr>
        <p:spPr/>
        <p:txBody>
          <a:bodyPr/>
          <a:lstStyle/>
          <a:p>
            <a:r>
              <a:rPr lang="en-US" b="1">
                <a:latin typeface="Times New Roman" panose="02020603050405020304" pitchFamily="18" charset="0"/>
                <a:cs typeface="Times New Roman" panose="02020603050405020304" pitchFamily="18" charset="0"/>
              </a:rPr>
              <a:t>Momentum, RMSProp, Adam</a:t>
            </a:r>
          </a:p>
          <a:p>
            <a:endParaRPr lang="en-US"/>
          </a:p>
        </p:txBody>
      </p:sp>
      <p:sp>
        <p:nvSpPr>
          <p:cNvPr id="15" name="Content Placeholder 14">
            <a:extLst>
              <a:ext uri="{FF2B5EF4-FFF2-40B4-BE49-F238E27FC236}">
                <a16:creationId xmlns:a16="http://schemas.microsoft.com/office/drawing/2014/main" id="{E03DF353-9428-98C4-B2F1-FFB55463E3EC}"/>
              </a:ext>
            </a:extLst>
          </p:cNvPr>
          <p:cNvSpPr>
            <a:spLocks noGrp="1"/>
          </p:cNvSpPr>
          <p:nvPr>
            <p:ph idx="16"/>
          </p:nvPr>
        </p:nvSpPr>
        <p:spPr>
          <a:xfrm>
            <a:off x="4114800" y="3983732"/>
            <a:ext cx="7662672" cy="2435356"/>
          </a:xfrm>
        </p:spPr>
        <p:txBody>
          <a:bodyPr/>
          <a:lstStyle/>
          <a:p>
            <a:pPr marL="0" indent="0">
              <a:buNone/>
            </a:pPr>
            <a:r>
              <a:rPr lang="vi-VN">
                <a:latin typeface="Times New Roman" panose="02020603050405020304" pitchFamily="18" charset="0"/>
                <a:cs typeface="Times New Roman" panose="02020603050405020304" pitchFamily="18" charset="0"/>
              </a:rPr>
              <a:t>Các thuật toán tối ưu hóa nâng cao giúp tăng tốc độ hội tụ và cải thiện hiệu suất:</a:t>
            </a:r>
          </a:p>
          <a:p>
            <a:r>
              <a:rPr lang="vi-VN">
                <a:latin typeface="Times New Roman" panose="02020603050405020304" pitchFamily="18" charset="0"/>
                <a:cs typeface="Times New Roman" panose="02020603050405020304" pitchFamily="18" charset="0"/>
              </a:rPr>
              <a:t>Momentum: Giúp thuật toán thoát khỏi các điểm cực tiểu cục bộ và đi nhanh hơn qua các vùng phẳng của hàm mất mát.</a:t>
            </a:r>
          </a:p>
          <a:p>
            <a:r>
              <a:rPr lang="vi-VN">
                <a:latin typeface="Times New Roman" panose="02020603050405020304" pitchFamily="18" charset="0"/>
                <a:cs typeface="Times New Roman" panose="02020603050405020304" pitchFamily="18" charset="0"/>
              </a:rPr>
              <a:t>RMSProp: Điều chỉnh tốc độ học cho từng tham số, rất hiệu quả trong các mạng nơ-ron sâu.</a:t>
            </a:r>
          </a:p>
          <a:p>
            <a:r>
              <a:rPr lang="vi-VN">
                <a:latin typeface="Times New Roman" panose="02020603050405020304" pitchFamily="18" charset="0"/>
                <a:cs typeface="Times New Roman" panose="02020603050405020304" pitchFamily="18" charset="0"/>
              </a:rPr>
              <a:t>Adam (Adaptive Moment Estimation): Kết hợp ưu điểm của Momentum và RMSProp, là một trong những optimizer được sử dụng rộng rãi nhất hiện nay.</a:t>
            </a:r>
          </a:p>
          <a:p>
            <a:pPr marL="0" indent="0">
              <a:buNone/>
            </a:pPr>
            <a:r>
              <a:rPr lang="vi-VN">
                <a:latin typeface="Times New Roman" panose="02020603050405020304" pitchFamily="18" charset="0"/>
                <a:cs typeface="Times New Roman" panose="02020603050405020304" pitchFamily="18" charset="0"/>
              </a:rPr>
              <a:t>Việc lựa chọn thuật toán tối ưu phụ thuộc vào đặc điểm của bài toán và tập dữ liệu.</a:t>
            </a:r>
          </a:p>
          <a:p>
            <a:pPr marL="0" indent="0">
              <a:buNone/>
            </a:pPr>
            <a:endParaRPr lang="en-US">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86046014-3808-F7B7-C34D-38CC7CC8CBBB}"/>
              </a:ext>
            </a:extLst>
          </p:cNvPr>
          <p:cNvSpPr>
            <a:spLocks noGrp="1"/>
          </p:cNvSpPr>
          <p:nvPr>
            <p:ph type="sldNum" sz="quarter" idx="12"/>
          </p:nvPr>
        </p:nvSpPr>
        <p:spPr/>
        <p:txBody>
          <a:bodyPr/>
          <a:lstStyle/>
          <a:p>
            <a:fld id="{84D792B7-0397-C047-AE12-1A03F7E3DC83}" type="slidenum">
              <a:rPr lang="en-US" smtClean="0"/>
              <a:t>8</a:t>
            </a:fld>
            <a:endParaRPr lang="en-US" dirty="0"/>
          </a:p>
        </p:txBody>
      </p:sp>
      <p:sp>
        <p:nvSpPr>
          <p:cNvPr id="8" name="Footer Placeholder 7">
            <a:extLst>
              <a:ext uri="{FF2B5EF4-FFF2-40B4-BE49-F238E27FC236}">
                <a16:creationId xmlns:a16="http://schemas.microsoft.com/office/drawing/2014/main" id="{573C99A0-4A4E-47DA-5D9E-A1EC1A147A7E}"/>
              </a:ext>
            </a:extLst>
          </p:cNvPr>
          <p:cNvSpPr>
            <a:spLocks noGrp="1"/>
          </p:cNvSpPr>
          <p:nvPr>
            <p:ph type="ftr" sz="quarter" idx="11"/>
          </p:nvPr>
        </p:nvSpPr>
        <p:spPr/>
        <p:txBody>
          <a:bodyPr/>
          <a:lstStyle/>
          <a:p>
            <a:r>
              <a:rPr lang="en-US"/>
              <a:t>presentation title</a:t>
            </a:r>
            <a:endParaRPr lang="en-US" dirty="0"/>
          </a:p>
        </p:txBody>
      </p:sp>
      <p:sp>
        <p:nvSpPr>
          <p:cNvPr id="9" name="Date Placeholder 8">
            <a:extLst>
              <a:ext uri="{FF2B5EF4-FFF2-40B4-BE49-F238E27FC236}">
                <a16:creationId xmlns:a16="http://schemas.microsoft.com/office/drawing/2014/main" id="{19A3D3EA-59E1-DC5A-E935-537E2A215C2A}"/>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3907904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C778286-E36E-484D-25A5-7A98AD67076D}"/>
              </a:ext>
            </a:extLst>
          </p:cNvPr>
          <p:cNvSpPr>
            <a:spLocks noGrp="1"/>
          </p:cNvSpPr>
          <p:nvPr>
            <p:ph type="title"/>
          </p:nvPr>
        </p:nvSpPr>
        <p:spPr>
          <a:xfrm>
            <a:off x="2013204" y="276358"/>
            <a:ext cx="8165592" cy="658368"/>
          </a:xfrm>
        </p:spPr>
        <p:txBody>
          <a:bodyPr/>
          <a:lstStyle/>
          <a:p>
            <a:r>
              <a:rPr lang="en-US" b="1">
                <a:latin typeface="Times New Roman" panose="02020603050405020304" pitchFamily="18" charset="0"/>
                <a:cs typeface="Times New Roman" panose="02020603050405020304" pitchFamily="18" charset="0"/>
              </a:rPr>
              <a:t>4. Ứng dụng Deep Learning</a:t>
            </a:r>
            <a:br>
              <a:rPr lang="en-US" b="1">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11" name="Content Placeholder 10">
            <a:extLst>
              <a:ext uri="{FF2B5EF4-FFF2-40B4-BE49-F238E27FC236}">
                <a16:creationId xmlns:a16="http://schemas.microsoft.com/office/drawing/2014/main" id="{40FA593D-6403-7674-0120-4308B1008EB6}"/>
              </a:ext>
            </a:extLst>
          </p:cNvPr>
          <p:cNvSpPr>
            <a:spLocks noGrp="1"/>
          </p:cNvSpPr>
          <p:nvPr>
            <p:ph idx="1"/>
          </p:nvPr>
        </p:nvSpPr>
        <p:spPr>
          <a:xfrm>
            <a:off x="426720" y="934726"/>
            <a:ext cx="11338560" cy="5749538"/>
          </a:xfrm>
        </p:spPr>
        <p:txBody>
          <a:bodyPr/>
          <a:lstStyle/>
          <a:p>
            <a:pPr marL="0" indent="0">
              <a:lnSpc>
                <a:spcPct val="150000"/>
              </a:lnSpc>
              <a:buNone/>
            </a:pPr>
            <a:r>
              <a:rPr lang="vi-VN" sz="1800" b="1">
                <a:latin typeface="Times New Roman" panose="02020603050405020304" pitchFamily="18" charset="0"/>
                <a:cs typeface="Times New Roman" panose="02020603050405020304" pitchFamily="18" charset="0"/>
              </a:rPr>
              <a:t>Thị giác máy tính</a:t>
            </a:r>
          </a:p>
          <a:p>
            <a:pPr>
              <a:lnSpc>
                <a:spcPct val="150000"/>
              </a:lnSpc>
            </a:pPr>
            <a:r>
              <a:rPr lang="vi-VN" sz="1800">
                <a:latin typeface="Times New Roman" panose="02020603050405020304" pitchFamily="18" charset="0"/>
                <a:cs typeface="Times New Roman" panose="02020603050405020304" pitchFamily="18" charset="0"/>
              </a:rPr>
              <a:t>Phân loại ảnh (</a:t>
            </a:r>
            <a:r>
              <a:rPr lang="vi-VN" sz="1800" i="1">
                <a:latin typeface="Times New Roman" panose="02020603050405020304" pitchFamily="18" charset="0"/>
                <a:cs typeface="Times New Roman" panose="02020603050405020304" pitchFamily="18" charset="0"/>
              </a:rPr>
              <a:t>Classification</a:t>
            </a:r>
            <a:r>
              <a:rPr lang="vi-VN" sz="1800">
                <a:latin typeface="Times New Roman" panose="02020603050405020304" pitchFamily="18" charset="0"/>
                <a:cs typeface="Times New Roman" panose="02020603050405020304" pitchFamily="18" charset="0"/>
              </a:rPr>
              <a:t>), nhận diện đối tượng (</a:t>
            </a:r>
            <a:r>
              <a:rPr lang="vi-VN" sz="1800" i="1">
                <a:latin typeface="Times New Roman" panose="02020603050405020304" pitchFamily="18" charset="0"/>
                <a:cs typeface="Times New Roman" panose="02020603050405020304" pitchFamily="18" charset="0"/>
              </a:rPr>
              <a:t>Detection</a:t>
            </a:r>
            <a:r>
              <a:rPr lang="vi-VN" sz="1800">
                <a:latin typeface="Times New Roman" panose="02020603050405020304" pitchFamily="18" charset="0"/>
                <a:cs typeface="Times New Roman" panose="02020603050405020304" pitchFamily="18" charset="0"/>
              </a:rPr>
              <a:t>), phân đoạn ảnh (</a:t>
            </a:r>
            <a:r>
              <a:rPr lang="vi-VN" sz="1800" i="1">
                <a:latin typeface="Times New Roman" panose="02020603050405020304" pitchFamily="18" charset="0"/>
                <a:cs typeface="Times New Roman" panose="02020603050405020304" pitchFamily="18" charset="0"/>
              </a:rPr>
              <a:t>Segmentation</a:t>
            </a:r>
            <a:r>
              <a:rPr lang="vi-VN" sz="1800">
                <a:latin typeface="Times New Roman" panose="02020603050405020304" pitchFamily="18" charset="0"/>
                <a:cs typeface="Times New Roman" panose="02020603050405020304" pitchFamily="18" charset="0"/>
              </a:rPr>
              <a:t>) đều là những ứng dụng phổ biến, giúp máy tính "nhìn" và hiểu thế giới hình ảnh.</a:t>
            </a:r>
            <a:endParaRPr lang="en-US" sz="1800">
              <a:latin typeface="Times New Roman" panose="02020603050405020304" pitchFamily="18" charset="0"/>
              <a:cs typeface="Times New Roman" panose="02020603050405020304" pitchFamily="18" charset="0"/>
            </a:endParaRPr>
          </a:p>
          <a:p>
            <a:pPr marL="0" indent="0">
              <a:lnSpc>
                <a:spcPct val="150000"/>
              </a:lnSpc>
              <a:buNone/>
            </a:pPr>
            <a:r>
              <a:rPr lang="vi-VN" sz="1800" b="1">
                <a:latin typeface="Times New Roman" panose="02020603050405020304" pitchFamily="18" charset="0"/>
                <a:cs typeface="Times New Roman" panose="02020603050405020304" pitchFamily="18" charset="0"/>
              </a:rPr>
              <a:t>NLP (Xử lý ngôn ngữ tự nhiên)</a:t>
            </a:r>
          </a:p>
          <a:p>
            <a:pPr>
              <a:lnSpc>
                <a:spcPct val="150000"/>
              </a:lnSpc>
            </a:pPr>
            <a:r>
              <a:rPr lang="vi-VN" sz="1800">
                <a:latin typeface="Times New Roman" panose="02020603050405020304" pitchFamily="18" charset="0"/>
                <a:cs typeface="Times New Roman" panose="02020603050405020304" pitchFamily="18" charset="0"/>
              </a:rPr>
              <a:t>Các mô hình Deep Learning cho phép dịch máy tự động, phân tích cảm xúc (</a:t>
            </a:r>
            <a:r>
              <a:rPr lang="vi-VN" sz="1800" i="1">
                <a:latin typeface="Times New Roman" panose="02020603050405020304" pitchFamily="18" charset="0"/>
                <a:cs typeface="Times New Roman" panose="02020603050405020304" pitchFamily="18" charset="0"/>
              </a:rPr>
              <a:t>Sentiment Analysis</a:t>
            </a:r>
            <a:r>
              <a:rPr lang="vi-VN" sz="1800">
                <a:latin typeface="Times New Roman" panose="02020603050405020304" pitchFamily="18" charset="0"/>
                <a:cs typeface="Times New Roman" panose="02020603050405020304" pitchFamily="18" charset="0"/>
              </a:rPr>
              <a:t>), và tạo văn bản, mở ra kỷ nguyên mới cho tương tác giữa người và máy.</a:t>
            </a:r>
            <a:endParaRPr lang="en-US" sz="1800">
              <a:latin typeface="Times New Roman" panose="02020603050405020304" pitchFamily="18" charset="0"/>
              <a:cs typeface="Times New Roman" panose="02020603050405020304" pitchFamily="18" charset="0"/>
            </a:endParaRPr>
          </a:p>
          <a:p>
            <a:pPr marL="0" indent="0">
              <a:lnSpc>
                <a:spcPct val="150000"/>
              </a:lnSpc>
              <a:buNone/>
            </a:pPr>
            <a:r>
              <a:rPr lang="vi-VN" sz="1800" b="1">
                <a:latin typeface="Times New Roman" panose="02020603050405020304" pitchFamily="18" charset="0"/>
                <a:cs typeface="Times New Roman" panose="02020603050405020304" pitchFamily="18" charset="0"/>
              </a:rPr>
              <a:t>Xe tự hành</a:t>
            </a:r>
          </a:p>
          <a:p>
            <a:pPr>
              <a:lnSpc>
                <a:spcPct val="150000"/>
              </a:lnSpc>
            </a:pPr>
            <a:r>
              <a:rPr lang="vi-VN" sz="1800">
                <a:latin typeface="Times New Roman" panose="02020603050405020304" pitchFamily="18" charset="0"/>
                <a:cs typeface="Times New Roman" panose="02020603050405020304" pitchFamily="18" charset="0"/>
              </a:rPr>
              <a:t>Deep Learning là cốt lõi của công nghệ xe tự hành, giúp xe nhận diện môi trường xung quanh, đưa ra quyết định lái xe an toàn và hiệu quả.</a:t>
            </a:r>
            <a:endParaRPr lang="en-US" sz="1800">
              <a:latin typeface="Times New Roman" panose="02020603050405020304" pitchFamily="18" charset="0"/>
              <a:cs typeface="Times New Roman" panose="02020603050405020304" pitchFamily="18" charset="0"/>
            </a:endParaRPr>
          </a:p>
          <a:p>
            <a:pPr marL="0" indent="0">
              <a:lnSpc>
                <a:spcPct val="150000"/>
              </a:lnSpc>
              <a:buNone/>
            </a:pPr>
            <a:r>
              <a:rPr lang="en-US" sz="1800" b="1">
                <a:latin typeface="Times New Roman" panose="02020603050405020304" pitchFamily="18" charset="0"/>
                <a:cs typeface="Times New Roman" panose="02020603050405020304" pitchFamily="18" charset="0"/>
              </a:rPr>
              <a:t>Y tế</a:t>
            </a:r>
          </a:p>
          <a:p>
            <a:pPr>
              <a:lnSpc>
                <a:spcPct val="150000"/>
              </a:lnSpc>
            </a:pPr>
            <a:r>
              <a:rPr lang="en-US" sz="1800">
                <a:latin typeface="Times New Roman" panose="02020603050405020304" pitchFamily="18" charset="0"/>
                <a:cs typeface="Times New Roman" panose="02020603050405020304" pitchFamily="18" charset="0"/>
              </a:rPr>
              <a:t>Trong y tế, Deep Learning hỗ trợ chẩn đoán bệnh sớm, phân tích hình ảnh y tế (X-quang, MRI), và phát triển thuốc mới.</a:t>
            </a:r>
          </a:p>
          <a:p>
            <a:pPr marL="0" indent="0">
              <a:lnSpc>
                <a:spcPct val="150000"/>
              </a:lnSpc>
              <a:buNone/>
            </a:pPr>
            <a:r>
              <a:rPr lang="vi-VN" sz="1800" b="1">
                <a:latin typeface="Times New Roman" panose="02020603050405020304" pitchFamily="18" charset="0"/>
                <a:cs typeface="Times New Roman" panose="02020603050405020304" pitchFamily="18" charset="0"/>
              </a:rPr>
              <a:t>Công nghiệp IoT</a:t>
            </a:r>
          </a:p>
          <a:p>
            <a:pPr>
              <a:lnSpc>
                <a:spcPct val="150000"/>
              </a:lnSpc>
            </a:pPr>
            <a:r>
              <a:rPr lang="vi-VN" sz="1800">
                <a:latin typeface="Times New Roman" panose="02020603050405020304" pitchFamily="18" charset="0"/>
                <a:cs typeface="Times New Roman" panose="02020603050405020304" pitchFamily="18" charset="0"/>
              </a:rPr>
              <a:t>Tích hợp Deep Learning vào IoT giúp tối ưu hóa quy trình sản xuất, bảo trì dự đoán, và tạo ra các hệ thống thông minh hơn trong các nhà máy và môi trường công nghiệp.</a:t>
            </a:r>
          </a:p>
          <a:p>
            <a:pPr>
              <a:lnSpc>
                <a:spcPct val="150000"/>
              </a:lnSpc>
            </a:pPr>
            <a:endParaRPr lang="en-US" sz="1800">
              <a:latin typeface="Times New Roman" panose="02020603050405020304" pitchFamily="18" charset="0"/>
              <a:cs typeface="Times New Roman" panose="02020603050405020304" pitchFamily="18" charset="0"/>
            </a:endParaRPr>
          </a:p>
          <a:p>
            <a:pPr marL="0" indent="0">
              <a:lnSpc>
                <a:spcPct val="150000"/>
              </a:lnSpc>
              <a:buNone/>
            </a:pPr>
            <a:endParaRPr lang="vi-VN" sz="1800">
              <a:latin typeface="Times New Roman" panose="02020603050405020304" pitchFamily="18" charset="0"/>
              <a:cs typeface="Times New Roman" panose="02020603050405020304" pitchFamily="18" charset="0"/>
            </a:endParaRPr>
          </a:p>
          <a:p>
            <a:pPr marL="0" indent="0">
              <a:lnSpc>
                <a:spcPct val="150000"/>
              </a:lnSpc>
              <a:buNone/>
            </a:pPr>
            <a:endParaRPr lang="vi-VN" sz="1800">
              <a:latin typeface="Times New Roman" panose="02020603050405020304" pitchFamily="18" charset="0"/>
              <a:cs typeface="Times New Roman" panose="02020603050405020304" pitchFamily="18" charset="0"/>
            </a:endParaRPr>
          </a:p>
          <a:p>
            <a:pPr marL="0" indent="0">
              <a:lnSpc>
                <a:spcPct val="150000"/>
              </a:lnSpc>
              <a:buNone/>
            </a:pPr>
            <a:endParaRPr lang="vi-VN" sz="1800">
              <a:latin typeface="Times New Roman" panose="02020603050405020304" pitchFamily="18" charset="0"/>
              <a:cs typeface="Times New Roman" panose="02020603050405020304" pitchFamily="18" charset="0"/>
            </a:endParaRPr>
          </a:p>
          <a:p>
            <a:pPr>
              <a:lnSpc>
                <a:spcPct val="150000"/>
              </a:lnSpc>
            </a:pPr>
            <a:endParaRPr lang="en-US">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124BF767-DF69-6EB4-53D7-17E029B353D7}"/>
              </a:ext>
            </a:extLst>
          </p:cNvPr>
          <p:cNvSpPr>
            <a:spLocks noGrp="1"/>
          </p:cNvSpPr>
          <p:nvPr>
            <p:ph type="sldNum" sz="quarter" idx="12"/>
          </p:nvPr>
        </p:nvSpPr>
        <p:spPr/>
        <p:txBody>
          <a:bodyPr/>
          <a:lstStyle/>
          <a:p>
            <a:fld id="{84D792B7-0397-C047-AE12-1A03F7E3DC83}" type="slidenum">
              <a:rPr lang="en-US" smtClean="0"/>
              <a:t>9</a:t>
            </a:fld>
            <a:endParaRPr lang="en-US" dirty="0"/>
          </a:p>
        </p:txBody>
      </p:sp>
      <p:sp>
        <p:nvSpPr>
          <p:cNvPr id="8" name="Footer Placeholder 7">
            <a:extLst>
              <a:ext uri="{FF2B5EF4-FFF2-40B4-BE49-F238E27FC236}">
                <a16:creationId xmlns:a16="http://schemas.microsoft.com/office/drawing/2014/main" id="{0214E24F-982E-CBFC-B529-E08B0A5695C7}"/>
              </a:ext>
            </a:extLst>
          </p:cNvPr>
          <p:cNvSpPr>
            <a:spLocks noGrp="1"/>
          </p:cNvSpPr>
          <p:nvPr>
            <p:ph type="ftr" sz="quarter" idx="11"/>
          </p:nvPr>
        </p:nvSpPr>
        <p:spPr/>
        <p:txBody>
          <a:bodyPr/>
          <a:lstStyle/>
          <a:p>
            <a:r>
              <a:rPr lang="en-US"/>
              <a:t>presentation title</a:t>
            </a:r>
            <a:endParaRPr lang="en-US" dirty="0"/>
          </a:p>
        </p:txBody>
      </p:sp>
      <p:sp>
        <p:nvSpPr>
          <p:cNvPr id="9" name="Date Placeholder 8">
            <a:extLst>
              <a:ext uri="{FF2B5EF4-FFF2-40B4-BE49-F238E27FC236}">
                <a16:creationId xmlns:a16="http://schemas.microsoft.com/office/drawing/2014/main" id="{0301D43B-0E39-0524-353D-01950A217646}"/>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2667396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CB7DD-9FCA-5C22-7694-CF291272F38C}"/>
              </a:ext>
            </a:extLst>
          </p:cNvPr>
          <p:cNvSpPr>
            <a:spLocks noGrp="1"/>
          </p:cNvSpPr>
          <p:nvPr>
            <p:ph type="title"/>
          </p:nvPr>
        </p:nvSpPr>
        <p:spPr>
          <a:xfrm>
            <a:off x="2013204" y="271095"/>
            <a:ext cx="8165592" cy="673431"/>
          </a:xfrm>
        </p:spPr>
        <p:txBody>
          <a:bodyPr/>
          <a:lstStyle/>
          <a:p>
            <a:r>
              <a:rPr lang="en-US" b="1">
                <a:solidFill>
                  <a:srgbClr val="443728"/>
                </a:solidFill>
                <a:latin typeface="Times New Roman" panose="02020603050405020304" pitchFamily="18" charset="0"/>
                <a:ea typeface="Crimson Pro Bold" pitchFamily="34" charset="-122"/>
                <a:cs typeface="Times New Roman" panose="02020603050405020304" pitchFamily="18" charset="0"/>
              </a:rPr>
              <a:t>5. Các vấn đề triển khai thực tế</a:t>
            </a:r>
            <a:br>
              <a:rPr lang="en-US" sz="4800">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9" name="Text Placeholder 8">
            <a:extLst>
              <a:ext uri="{FF2B5EF4-FFF2-40B4-BE49-F238E27FC236}">
                <a16:creationId xmlns:a16="http://schemas.microsoft.com/office/drawing/2014/main" id="{E6F05AA3-2CDB-C2BE-615A-584FA743E576}"/>
              </a:ext>
            </a:extLst>
          </p:cNvPr>
          <p:cNvSpPr>
            <a:spLocks noGrp="1"/>
          </p:cNvSpPr>
          <p:nvPr>
            <p:ph type="body" idx="13"/>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Deep Learning trên hệ nhúng</a:t>
            </a:r>
            <a:endParaRPr lang="en-US"/>
          </a:p>
          <a:p>
            <a:endParaRPr lang="en-US"/>
          </a:p>
        </p:txBody>
      </p:sp>
      <p:sp>
        <p:nvSpPr>
          <p:cNvPr id="7" name="Content Placeholder 6">
            <a:extLst>
              <a:ext uri="{FF2B5EF4-FFF2-40B4-BE49-F238E27FC236}">
                <a16:creationId xmlns:a16="http://schemas.microsoft.com/office/drawing/2014/main" id="{0F147D79-CF67-3713-6C58-9491032CB3B9}"/>
              </a:ext>
            </a:extLst>
          </p:cNvPr>
          <p:cNvSpPr>
            <a:spLocks noGrp="1"/>
          </p:cNvSpPr>
          <p:nvPr>
            <p:ph idx="1"/>
          </p:nvPr>
        </p:nvSpPr>
        <p:spPr/>
        <p:txBody>
          <a:bodyPr/>
          <a:lstStyle/>
          <a:p>
            <a:pPr marL="0" indent="0">
              <a:lnSpc>
                <a:spcPct val="150000"/>
              </a:lnSpc>
              <a:buNone/>
            </a:pPr>
            <a:r>
              <a:rPr lang="en-US" sz="2000">
                <a:solidFill>
                  <a:srgbClr val="443728"/>
                </a:solidFill>
                <a:latin typeface="Times New Roman" pitchFamily="34" charset="0"/>
                <a:ea typeface="Open Sans" pitchFamily="34" charset="-122"/>
                <a:cs typeface="Open Sans" pitchFamily="34" charset="-120"/>
              </a:rPr>
              <a:t>Các thiết bị nhúng như Jetson hoặc Raspberry Pi có những giới hạn riêng về tài nguyên, đòi hỏi các giải pháp tối ưu hóa đặc biệt.</a:t>
            </a:r>
            <a:endParaRPr lang="en-US" sz="2000"/>
          </a:p>
          <a:p>
            <a:pPr>
              <a:lnSpc>
                <a:spcPct val="150000"/>
              </a:lnSpc>
            </a:pPr>
            <a:endParaRPr lang="en-US"/>
          </a:p>
        </p:txBody>
      </p:sp>
      <p:sp>
        <p:nvSpPr>
          <p:cNvPr id="10" name="Text Placeholder 9">
            <a:extLst>
              <a:ext uri="{FF2B5EF4-FFF2-40B4-BE49-F238E27FC236}">
                <a16:creationId xmlns:a16="http://schemas.microsoft.com/office/drawing/2014/main" id="{DBE83F59-E99E-0474-EF64-873D6DAB0379}"/>
              </a:ext>
            </a:extLst>
          </p:cNvPr>
          <p:cNvSpPr>
            <a:spLocks noGrp="1"/>
          </p:cNvSpPr>
          <p:nvPr>
            <p:ph type="body" sz="quarter" idx="14"/>
          </p:nvPr>
        </p:nvSpPr>
        <p:spPr/>
        <p:txBody>
          <a:bodyPr/>
          <a:lstStyle/>
          <a:p>
            <a:r>
              <a:rPr lang="en-US" b="1">
                <a:solidFill>
                  <a:srgbClr val="443728"/>
                </a:solidFill>
                <a:latin typeface="Times New Roman" panose="02020603050405020304" pitchFamily="18" charset="0"/>
                <a:ea typeface="Crimson Pro Bold" pitchFamily="34" charset="-122"/>
                <a:cs typeface="Times New Roman" panose="02020603050405020304" pitchFamily="18" charset="0"/>
              </a:rPr>
              <a:t>Thách thức</a:t>
            </a:r>
            <a:endParaRPr lang="en-US">
              <a:latin typeface="Times New Roman" panose="02020603050405020304" pitchFamily="18" charset="0"/>
              <a:cs typeface="Times New Roman" panose="02020603050405020304" pitchFamily="18" charset="0"/>
            </a:endParaRPr>
          </a:p>
          <a:p>
            <a:endParaRPr lang="en-US"/>
          </a:p>
        </p:txBody>
      </p:sp>
      <p:sp>
        <p:nvSpPr>
          <p:cNvPr id="11" name="Content Placeholder 10">
            <a:extLst>
              <a:ext uri="{FF2B5EF4-FFF2-40B4-BE49-F238E27FC236}">
                <a16:creationId xmlns:a16="http://schemas.microsoft.com/office/drawing/2014/main" id="{BBCBA783-FBAB-4D9F-4310-ED83E536152D}"/>
              </a:ext>
            </a:extLst>
          </p:cNvPr>
          <p:cNvSpPr>
            <a:spLocks noGrp="1"/>
          </p:cNvSpPr>
          <p:nvPr>
            <p:ph idx="15"/>
          </p:nvPr>
        </p:nvSpPr>
        <p:spPr>
          <a:xfrm>
            <a:off x="4114800" y="3232808"/>
            <a:ext cx="7598664" cy="1197864"/>
          </a:xfrm>
        </p:spPr>
        <p:txBody>
          <a:bodyPr/>
          <a:lstStyle/>
          <a:p>
            <a:r>
              <a:rPr lang="vi-VN">
                <a:latin typeface="Times New Roman" panose="02020603050405020304" pitchFamily="18" charset="0"/>
                <a:cs typeface="Times New Roman" panose="02020603050405020304" pitchFamily="18" charset="0"/>
              </a:rPr>
              <a:t>Giới hạn RAM/CPU/GPU: Tài nguyên tính toán và bộ nhớ hạn chế yêu cầu các mô hình phải nhỏ gọn và hiệu quả.</a:t>
            </a:r>
          </a:p>
          <a:p>
            <a:r>
              <a:rPr lang="vi-VN">
                <a:latin typeface="Times New Roman" panose="02020603050405020304" pitchFamily="18" charset="0"/>
                <a:cs typeface="Times New Roman" panose="02020603050405020304" pitchFamily="18" charset="0"/>
              </a:rPr>
              <a:t>Latency (Độ trễ): Yêu cầu phản hồi nhanh trong các ứng dụng thời gian thực như xe tự hành hoặc giám sát.</a:t>
            </a:r>
          </a:p>
          <a:p>
            <a:r>
              <a:rPr lang="vi-VN">
                <a:latin typeface="Times New Roman" panose="02020603050405020304" pitchFamily="18" charset="0"/>
                <a:cs typeface="Times New Roman" panose="02020603050405020304" pitchFamily="18" charset="0"/>
              </a:rPr>
              <a:t>Pin: Tiêu thụ năng lượng là một yếu tố quan trọng đối với các thiết bị di động và IoT.</a:t>
            </a:r>
          </a:p>
          <a:p>
            <a:pPr marL="0" indent="0">
              <a:buNone/>
            </a:pPr>
            <a:endParaRPr lang="en-US">
              <a:latin typeface="Times New Roman" panose="02020603050405020304" pitchFamily="18" charset="0"/>
              <a:cs typeface="Times New Roman" panose="02020603050405020304" pitchFamily="18" charset="0"/>
            </a:endParaRPr>
          </a:p>
        </p:txBody>
      </p:sp>
      <p:sp>
        <p:nvSpPr>
          <p:cNvPr id="8" name="Text Placeholder 7">
            <a:extLst>
              <a:ext uri="{FF2B5EF4-FFF2-40B4-BE49-F238E27FC236}">
                <a16:creationId xmlns:a16="http://schemas.microsoft.com/office/drawing/2014/main" id="{683EF189-527C-0B2A-726F-89BF011F6984}"/>
              </a:ext>
            </a:extLst>
          </p:cNvPr>
          <p:cNvSpPr>
            <a:spLocks noGrp="1"/>
          </p:cNvSpPr>
          <p:nvPr>
            <p:ph type="body" sz="quarter" idx="3"/>
          </p:nvPr>
        </p:nvSpPr>
        <p:spPr/>
        <p:txBody>
          <a:bodyPr/>
          <a:lstStyle/>
          <a:p>
            <a:r>
              <a:rPr lang="vi-VN" b="1">
                <a:latin typeface="Times New Roman" panose="02020603050405020304" pitchFamily="18" charset="0"/>
                <a:cs typeface="Times New Roman" panose="02020603050405020304" pitchFamily="18" charset="0"/>
              </a:rPr>
              <a:t>Kỹ thuật tối ưu</a:t>
            </a:r>
          </a:p>
          <a:p>
            <a:endParaRPr lang="en-US"/>
          </a:p>
        </p:txBody>
      </p:sp>
      <p:sp>
        <p:nvSpPr>
          <p:cNvPr id="12" name="Content Placeholder 11">
            <a:extLst>
              <a:ext uri="{FF2B5EF4-FFF2-40B4-BE49-F238E27FC236}">
                <a16:creationId xmlns:a16="http://schemas.microsoft.com/office/drawing/2014/main" id="{3C6B9897-8370-E999-9BDD-3801ED7AEE6D}"/>
              </a:ext>
            </a:extLst>
          </p:cNvPr>
          <p:cNvSpPr>
            <a:spLocks noGrp="1"/>
          </p:cNvSpPr>
          <p:nvPr>
            <p:ph idx="16"/>
          </p:nvPr>
        </p:nvSpPr>
        <p:spPr/>
        <p:txBody>
          <a:bodyPr/>
          <a:lstStyle/>
          <a:p>
            <a:pPr marL="0" indent="0">
              <a:lnSpc>
                <a:spcPct val="150000"/>
              </a:lnSpc>
              <a:buNone/>
            </a:pPr>
            <a:r>
              <a:rPr lang="vi-VN" sz="2000">
                <a:latin typeface="Times New Roman" panose="02020603050405020304" pitchFamily="18" charset="0"/>
                <a:cs typeface="Times New Roman" panose="02020603050405020304" pitchFamily="18" charset="0"/>
              </a:rPr>
              <a:t>Để giải quyết các thách thức này, cần áp dụng các kỹ thuật như nén mô hình (</a:t>
            </a:r>
            <a:r>
              <a:rPr lang="vi-VN" sz="2000" i="1">
                <a:latin typeface="Times New Roman" panose="02020603050405020304" pitchFamily="18" charset="0"/>
                <a:cs typeface="Times New Roman" panose="02020603050405020304" pitchFamily="18" charset="0"/>
              </a:rPr>
              <a:t>model compression</a:t>
            </a:r>
            <a:r>
              <a:rPr lang="vi-VN" sz="2000">
                <a:latin typeface="Times New Roman" panose="02020603050405020304" pitchFamily="18" charset="0"/>
                <a:cs typeface="Times New Roman" panose="02020603050405020304" pitchFamily="18" charset="0"/>
              </a:rPr>
              <a:t>), lượng tử hóa (</a:t>
            </a:r>
            <a:r>
              <a:rPr lang="vi-VN" sz="2000" i="1">
                <a:latin typeface="Times New Roman" panose="02020603050405020304" pitchFamily="18" charset="0"/>
                <a:cs typeface="Times New Roman" panose="02020603050405020304" pitchFamily="18" charset="0"/>
              </a:rPr>
              <a:t>quantization</a:t>
            </a:r>
            <a:r>
              <a:rPr lang="vi-VN" sz="2000">
                <a:latin typeface="Times New Roman" panose="02020603050405020304" pitchFamily="18" charset="0"/>
                <a:cs typeface="Times New Roman" panose="02020603050405020304" pitchFamily="18" charset="0"/>
              </a:rPr>
              <a:t>), và kiến trúc mạng hiệu quả (</a:t>
            </a:r>
            <a:r>
              <a:rPr lang="vi-VN" sz="2000" i="1">
                <a:latin typeface="Times New Roman" panose="02020603050405020304" pitchFamily="18" charset="0"/>
                <a:cs typeface="Times New Roman" panose="02020603050405020304" pitchFamily="18" charset="0"/>
              </a:rPr>
              <a:t>efficient network architectures</a:t>
            </a:r>
            <a:r>
              <a:rPr lang="vi-VN" sz="2000">
                <a:latin typeface="Times New Roman" panose="02020603050405020304" pitchFamily="18" charset="0"/>
                <a:cs typeface="Times New Roman" panose="02020603050405020304" pitchFamily="18" charset="0"/>
              </a:rPr>
              <a:t>).</a:t>
            </a:r>
          </a:p>
          <a:p>
            <a:pPr marL="0" indent="0">
              <a:lnSpc>
                <a:spcPct val="150000"/>
              </a:lnSpc>
              <a:buNone/>
            </a:pPr>
            <a:endParaRPr lang="en-US"/>
          </a:p>
        </p:txBody>
      </p:sp>
      <p:sp>
        <p:nvSpPr>
          <p:cNvPr id="4" name="Slide Number Placeholder 3">
            <a:extLst>
              <a:ext uri="{FF2B5EF4-FFF2-40B4-BE49-F238E27FC236}">
                <a16:creationId xmlns:a16="http://schemas.microsoft.com/office/drawing/2014/main" id="{EF1942B3-CB55-E83D-F019-D25679E9B28D}"/>
              </a:ext>
            </a:extLst>
          </p:cNvPr>
          <p:cNvSpPr>
            <a:spLocks noGrp="1"/>
          </p:cNvSpPr>
          <p:nvPr>
            <p:ph type="sldNum" sz="quarter" idx="12"/>
          </p:nvPr>
        </p:nvSpPr>
        <p:spPr/>
        <p:txBody>
          <a:bodyPr/>
          <a:lstStyle/>
          <a:p>
            <a:fld id="{84D792B7-0397-C047-AE12-1A03F7E3DC83}" type="slidenum">
              <a:rPr lang="en-US" smtClean="0"/>
              <a:t>10</a:t>
            </a:fld>
            <a:endParaRPr lang="en-US" dirty="0"/>
          </a:p>
        </p:txBody>
      </p:sp>
      <p:sp>
        <p:nvSpPr>
          <p:cNvPr id="5" name="Footer Placeholder 4">
            <a:extLst>
              <a:ext uri="{FF2B5EF4-FFF2-40B4-BE49-F238E27FC236}">
                <a16:creationId xmlns:a16="http://schemas.microsoft.com/office/drawing/2014/main" id="{45F0AF2E-14F1-E35B-7316-40B501F94534}"/>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D6106315-1135-48E1-4698-C1A6CB3E2527}"/>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3170549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FFE8B-8120-7440-63F8-DB66BC4CAF7F}"/>
            </a:ext>
          </a:extLst>
        </p:cNvPr>
        <p:cNvGrpSpPr/>
        <p:nvPr/>
      </p:nvGrpSpPr>
      <p:grpSpPr>
        <a:xfrm>
          <a:off x="0" y="0"/>
          <a:ext cx="0" cy="0"/>
          <a:chOff x="0" y="0"/>
          <a:chExt cx="0" cy="0"/>
        </a:xfrm>
      </p:grpSpPr>
      <p:pic>
        <p:nvPicPr>
          <p:cNvPr id="12" name="Image 0" descr="preencoded.png">
            <a:extLst>
              <a:ext uri="{FF2B5EF4-FFF2-40B4-BE49-F238E27FC236}">
                <a16:creationId xmlns:a16="http://schemas.microsoft.com/office/drawing/2014/main" id="{165941FE-D679-B8B3-DBCF-8DC7262A615D}"/>
              </a:ext>
            </a:extLst>
          </p:cNvPr>
          <p:cNvPicPr>
            <a:picLocks noChangeAspect="1"/>
          </p:cNvPicPr>
          <p:nvPr/>
        </p:nvPicPr>
        <p:blipFill>
          <a:blip r:embed="rId2"/>
          <a:stretch>
            <a:fillRect/>
          </a:stretch>
        </p:blipFill>
        <p:spPr>
          <a:xfrm>
            <a:off x="1636301" y="993644"/>
            <a:ext cx="3251199" cy="4870710"/>
          </a:xfrm>
          <a:prstGeom prst="rect">
            <a:avLst/>
          </a:prstGeom>
          <a:noFill/>
          <a:ln w="15875">
            <a:solidFill>
              <a:schemeClr val="accent1"/>
            </a:solidFill>
          </a:ln>
        </p:spPr>
      </p:pic>
      <p:sp>
        <p:nvSpPr>
          <p:cNvPr id="10" name="Title 9">
            <a:extLst>
              <a:ext uri="{FF2B5EF4-FFF2-40B4-BE49-F238E27FC236}">
                <a16:creationId xmlns:a16="http://schemas.microsoft.com/office/drawing/2014/main" id="{0742234F-D760-5451-A3B3-C2ED7055334A}"/>
              </a:ext>
            </a:extLst>
          </p:cNvPr>
          <p:cNvSpPr>
            <a:spLocks noGrp="1"/>
          </p:cNvSpPr>
          <p:nvPr>
            <p:ph type="title"/>
          </p:nvPr>
        </p:nvSpPr>
        <p:spPr>
          <a:xfrm>
            <a:off x="6400800" y="1225296"/>
            <a:ext cx="4718304" cy="1645920"/>
          </a:xfrm>
        </p:spPr>
        <p:txBody>
          <a:bodyPr anchor="ctr">
            <a:normAutofit/>
          </a:bodyPr>
          <a:lstStyle/>
          <a:p>
            <a:r>
              <a:rPr lang="en-US" sz="3700" b="1">
                <a:latin typeface="Times New Roman" panose="02020603050405020304" pitchFamily="18" charset="0"/>
                <a:cs typeface="Times New Roman" panose="02020603050405020304" pitchFamily="18" charset="0"/>
              </a:rPr>
              <a:t>PHẦN II – Thực hành</a:t>
            </a:r>
            <a:br>
              <a:rPr lang="en-US" sz="3700" b="1">
                <a:latin typeface="Times New Roman" panose="02020603050405020304" pitchFamily="18" charset="0"/>
                <a:cs typeface="Times New Roman" panose="02020603050405020304" pitchFamily="18" charset="0"/>
              </a:rPr>
            </a:br>
            <a:endParaRPr lang="en-US" sz="3700">
              <a:latin typeface="Times New Roman" panose="02020603050405020304" pitchFamily="18" charset="0"/>
              <a:cs typeface="Times New Roman" panose="02020603050405020304" pitchFamily="18" charset="0"/>
            </a:endParaRPr>
          </a:p>
        </p:txBody>
      </p:sp>
      <p:sp>
        <p:nvSpPr>
          <p:cNvPr id="11" name="Content Placeholder 10">
            <a:extLst>
              <a:ext uri="{FF2B5EF4-FFF2-40B4-BE49-F238E27FC236}">
                <a16:creationId xmlns:a16="http://schemas.microsoft.com/office/drawing/2014/main" id="{2A2DD757-C068-B2D3-7663-AB4FC9D56EB8}"/>
              </a:ext>
            </a:extLst>
          </p:cNvPr>
          <p:cNvSpPr>
            <a:spLocks noGrp="1"/>
          </p:cNvSpPr>
          <p:nvPr>
            <p:ph idx="1"/>
          </p:nvPr>
        </p:nvSpPr>
        <p:spPr>
          <a:xfrm>
            <a:off x="6400800" y="2898648"/>
            <a:ext cx="4370832" cy="2029968"/>
          </a:xfrm>
        </p:spPr>
        <p:txBody>
          <a:bodyPr>
            <a:normAutofit/>
          </a:bodyPr>
          <a:lstStyle/>
          <a:p>
            <a:pPr>
              <a:lnSpc>
                <a:spcPts val="2850"/>
              </a:lnSpc>
            </a:pPr>
            <a:r>
              <a:rPr lang="en-US" sz="2000">
                <a:solidFill>
                  <a:schemeClr val="bg1"/>
                </a:solidFill>
                <a:latin typeface="Times New Roman" pitchFamily="34" charset="0"/>
                <a:ea typeface="Open Sans" pitchFamily="34" charset="-122"/>
                <a:cs typeface="Open Sans" pitchFamily="34" charset="-120"/>
              </a:rPr>
              <a:t>Khám phá ứng dụng thực tế của Thị giác máy tính và Deep Learning với OpenCV.</a:t>
            </a:r>
            <a:endParaRPr lang="en-US" sz="2000">
              <a:solidFill>
                <a:schemeClr val="bg1"/>
              </a:solidFill>
            </a:endParaRPr>
          </a:p>
          <a:p>
            <a:pPr marL="0" indent="0">
              <a:buNone/>
            </a:pPr>
            <a:endParaRPr lang="en-US"/>
          </a:p>
        </p:txBody>
      </p:sp>
      <p:sp>
        <p:nvSpPr>
          <p:cNvPr id="7" name="Slide Number Placeholder 6">
            <a:extLst>
              <a:ext uri="{FF2B5EF4-FFF2-40B4-BE49-F238E27FC236}">
                <a16:creationId xmlns:a16="http://schemas.microsoft.com/office/drawing/2014/main" id="{072341A7-B15B-543A-96CB-2042CB7B255F}"/>
              </a:ext>
            </a:extLst>
          </p:cNvPr>
          <p:cNvSpPr>
            <a:spLocks noGrp="1"/>
          </p:cNvSpPr>
          <p:nvPr>
            <p:ph type="sldNum" sz="quarter" idx="12"/>
          </p:nvPr>
        </p:nvSpPr>
        <p:spPr>
          <a:xfrm>
            <a:off x="616640" y="6517634"/>
            <a:ext cx="950258" cy="274320"/>
          </a:xfrm>
        </p:spPr>
        <p:txBody>
          <a:bodyPr anchor="ctr">
            <a:normAutofit/>
          </a:bodyPr>
          <a:lstStyle/>
          <a:p>
            <a:pPr>
              <a:spcAft>
                <a:spcPts val="600"/>
              </a:spcAft>
            </a:pPr>
            <a:fld id="{84D792B7-0397-C047-AE12-1A03F7E3DC83}" type="slidenum">
              <a:rPr lang="en-US" smtClean="0"/>
              <a:pPr>
                <a:spcAft>
                  <a:spcPts val="600"/>
                </a:spcAft>
              </a:pPr>
              <a:t>11</a:t>
            </a:fld>
            <a:endParaRPr lang="en-US"/>
          </a:p>
        </p:txBody>
      </p:sp>
      <p:sp>
        <p:nvSpPr>
          <p:cNvPr id="8" name="Footer Placeholder 7">
            <a:extLst>
              <a:ext uri="{FF2B5EF4-FFF2-40B4-BE49-F238E27FC236}">
                <a16:creationId xmlns:a16="http://schemas.microsoft.com/office/drawing/2014/main" id="{515E08FA-96F2-A305-04E0-611F2767BA6E}"/>
              </a:ext>
            </a:extLst>
          </p:cNvPr>
          <p:cNvSpPr>
            <a:spLocks noGrp="1"/>
          </p:cNvSpPr>
          <p:nvPr>
            <p:ph type="ftr" sz="quarter" idx="11"/>
          </p:nvPr>
        </p:nvSpPr>
        <p:spPr>
          <a:xfrm>
            <a:off x="4808250" y="6517634"/>
            <a:ext cx="2572870" cy="274320"/>
          </a:xfrm>
        </p:spPr>
        <p:txBody>
          <a:bodyPr anchor="ctr">
            <a:normAutofit/>
          </a:bodyPr>
          <a:lstStyle/>
          <a:p>
            <a:pPr>
              <a:spcAft>
                <a:spcPts val="600"/>
              </a:spcAft>
            </a:pPr>
            <a:r>
              <a:rPr lang="en-US"/>
              <a:t>presentation title</a:t>
            </a:r>
          </a:p>
        </p:txBody>
      </p:sp>
      <p:sp>
        <p:nvSpPr>
          <p:cNvPr id="9" name="Date Placeholder 8">
            <a:extLst>
              <a:ext uri="{FF2B5EF4-FFF2-40B4-BE49-F238E27FC236}">
                <a16:creationId xmlns:a16="http://schemas.microsoft.com/office/drawing/2014/main" id="{DD560AEC-6620-68A6-BA0F-28FDA27C1DC9}"/>
              </a:ext>
            </a:extLst>
          </p:cNvPr>
          <p:cNvSpPr>
            <a:spLocks noGrp="1"/>
          </p:cNvSpPr>
          <p:nvPr>
            <p:ph type="dt" sz="half" idx="10"/>
          </p:nvPr>
        </p:nvSpPr>
        <p:spPr>
          <a:xfrm>
            <a:off x="10622471" y="6517634"/>
            <a:ext cx="950260" cy="274320"/>
          </a:xfrm>
        </p:spPr>
        <p:txBody>
          <a:bodyPr anchor="ctr">
            <a:normAutofit/>
          </a:bodyPr>
          <a:lstStyle/>
          <a:p>
            <a:pPr>
              <a:spcAft>
                <a:spcPts val="600"/>
              </a:spcAft>
            </a:pPr>
            <a:r>
              <a:rPr lang="en-US"/>
              <a:t>20XX</a:t>
            </a:r>
          </a:p>
        </p:txBody>
      </p:sp>
    </p:spTree>
    <p:extLst>
      <p:ext uri="{BB962C8B-B14F-4D97-AF65-F5344CB8AC3E}">
        <p14:creationId xmlns:p14="http://schemas.microsoft.com/office/powerpoint/2010/main" val="2895717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8182229-4A71-A9A8-2756-B933E3F2CAC3}"/>
              </a:ext>
            </a:extLst>
          </p:cNvPr>
          <p:cNvSpPr>
            <a:spLocks noGrp="1"/>
          </p:cNvSpPr>
          <p:nvPr>
            <p:ph type="title"/>
          </p:nvPr>
        </p:nvSpPr>
        <p:spPr>
          <a:xfrm>
            <a:off x="2013204" y="332547"/>
            <a:ext cx="8165592" cy="673431"/>
          </a:xfrm>
        </p:spPr>
        <p:txBody>
          <a:bodyPr/>
          <a:lstStyle/>
          <a:p>
            <a:r>
              <a:rPr lang="en-US" b="1">
                <a:solidFill>
                  <a:schemeClr val="bg2">
                    <a:lumMod val="25000"/>
                  </a:schemeClr>
                </a:solidFill>
                <a:latin typeface="Times New Roman" panose="02020603050405020304" pitchFamily="18" charset="0"/>
                <a:ea typeface="Crimson Pro Bold" pitchFamily="34" charset="-122"/>
                <a:cs typeface="Times New Roman" panose="02020603050405020304" pitchFamily="18" charset="0"/>
              </a:rPr>
              <a:t>1. </a:t>
            </a:r>
            <a:r>
              <a:rPr lang="en-US" b="1">
                <a:solidFill>
                  <a:schemeClr val="bg2">
                    <a:lumMod val="25000"/>
                  </a:schemeClr>
                </a:solidFill>
                <a:latin typeface="Times New Roman" panose="02020603050405020304" pitchFamily="18" charset="0"/>
                <a:cs typeface="Times New Roman" panose="02020603050405020304" pitchFamily="18" charset="0"/>
              </a:rPr>
              <a:t>Giới thiệu</a:t>
            </a:r>
            <a:r>
              <a:rPr lang="vi-VN" b="1">
                <a:solidFill>
                  <a:schemeClr val="bg2">
                    <a:lumMod val="25000"/>
                  </a:schemeClr>
                </a:solidFill>
                <a:latin typeface="Times New Roman" panose="02020603050405020304" pitchFamily="18" charset="0"/>
                <a:cs typeface="Times New Roman" panose="02020603050405020304" pitchFamily="18" charset="0"/>
              </a:rPr>
              <a:t> OPENCV VÀ DL</a:t>
            </a:r>
            <a:br>
              <a:rPr lang="en-US" sz="8800" b="1">
                <a:solidFill>
                  <a:schemeClr val="bg2">
                    <a:lumMod val="25000"/>
                  </a:schemeClr>
                </a:solidFill>
                <a:latin typeface="Times New Roman" panose="02020603050405020304" pitchFamily="18" charset="0"/>
                <a:cs typeface="Times New Roman" panose="02020603050405020304" pitchFamily="18" charset="0"/>
              </a:rPr>
            </a:br>
            <a:endParaRPr lang="en-US"/>
          </a:p>
        </p:txBody>
      </p:sp>
      <p:sp>
        <p:nvSpPr>
          <p:cNvPr id="11" name="Text Placeholder 10">
            <a:extLst>
              <a:ext uri="{FF2B5EF4-FFF2-40B4-BE49-F238E27FC236}">
                <a16:creationId xmlns:a16="http://schemas.microsoft.com/office/drawing/2014/main" id="{33FA0354-5C0A-4AFA-C88C-FB1BB8EF5F73}"/>
              </a:ext>
            </a:extLst>
          </p:cNvPr>
          <p:cNvSpPr>
            <a:spLocks noGrp="1"/>
          </p:cNvSpPr>
          <p:nvPr>
            <p:ph type="body" idx="13"/>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Thị giác máy tính (CV)</a:t>
            </a:r>
            <a:endParaRPr lang="en-US" sz="3200"/>
          </a:p>
          <a:p>
            <a:endParaRPr lang="en-US"/>
          </a:p>
        </p:txBody>
      </p:sp>
      <p:sp>
        <p:nvSpPr>
          <p:cNvPr id="9" name="Content Placeholder 8">
            <a:extLst>
              <a:ext uri="{FF2B5EF4-FFF2-40B4-BE49-F238E27FC236}">
                <a16:creationId xmlns:a16="http://schemas.microsoft.com/office/drawing/2014/main" id="{CFD9ED7E-4FD2-A934-4C31-20C793BDDC77}"/>
              </a:ext>
            </a:extLst>
          </p:cNvPr>
          <p:cNvSpPr>
            <a:spLocks noGrp="1"/>
          </p:cNvSpPr>
          <p:nvPr>
            <p:ph idx="1"/>
          </p:nvPr>
        </p:nvSpPr>
        <p:spPr/>
        <p:txBody>
          <a:bodyPr/>
          <a:lstStyle/>
          <a:p>
            <a:pPr marL="0" indent="0">
              <a:lnSpc>
                <a:spcPct val="150000"/>
              </a:lnSpc>
              <a:buNone/>
            </a:pPr>
            <a:r>
              <a:rPr lang="en-US" sz="2000">
                <a:solidFill>
                  <a:srgbClr val="443728"/>
                </a:solidFill>
                <a:latin typeface="Times New Roman" pitchFamily="34" charset="0"/>
                <a:ea typeface="Open Sans" pitchFamily="34" charset="-122"/>
                <a:cs typeface="Open Sans" pitchFamily="34" charset="-120"/>
              </a:rPr>
              <a:t>Cho phép máy tính "nhìn thấy" và hiểu thế giới xung quanh, như nhận diện khuôn mặt, theo dõi đối tượng trong video, hay phát hiện các vật thể. Đây là nền tảng cho nhiều ứng dụng thông minh.</a:t>
            </a:r>
            <a:endParaRPr lang="en-US" sz="2000"/>
          </a:p>
          <a:p>
            <a:pPr marL="0" indent="0">
              <a:lnSpc>
                <a:spcPct val="150000"/>
              </a:lnSpc>
              <a:buNone/>
            </a:pPr>
            <a:endParaRPr lang="en-US"/>
          </a:p>
        </p:txBody>
      </p:sp>
      <p:sp>
        <p:nvSpPr>
          <p:cNvPr id="12" name="Text Placeholder 11">
            <a:extLst>
              <a:ext uri="{FF2B5EF4-FFF2-40B4-BE49-F238E27FC236}">
                <a16:creationId xmlns:a16="http://schemas.microsoft.com/office/drawing/2014/main" id="{6DEEB9A2-6660-8BCC-00AC-AC146020CFDB}"/>
              </a:ext>
            </a:extLst>
          </p:cNvPr>
          <p:cNvSpPr>
            <a:spLocks noGrp="1"/>
          </p:cNvSpPr>
          <p:nvPr>
            <p:ph type="body" sz="quarter" idx="14"/>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Deep Learning (CNN)</a:t>
            </a:r>
            <a:endParaRPr lang="en-US" sz="3200"/>
          </a:p>
          <a:p>
            <a:endParaRPr lang="en-US"/>
          </a:p>
        </p:txBody>
      </p:sp>
      <p:sp>
        <p:nvSpPr>
          <p:cNvPr id="13" name="Content Placeholder 12">
            <a:extLst>
              <a:ext uri="{FF2B5EF4-FFF2-40B4-BE49-F238E27FC236}">
                <a16:creationId xmlns:a16="http://schemas.microsoft.com/office/drawing/2014/main" id="{E85119B2-D11C-11A6-ADAB-4CEEC0DDFFC9}"/>
              </a:ext>
            </a:extLst>
          </p:cNvPr>
          <p:cNvSpPr>
            <a:spLocks noGrp="1"/>
          </p:cNvSpPr>
          <p:nvPr>
            <p:ph idx="15"/>
          </p:nvPr>
        </p:nvSpPr>
        <p:spPr/>
        <p:txBody>
          <a:bodyPr/>
          <a:lstStyle/>
          <a:p>
            <a:pPr marL="0" indent="0">
              <a:lnSpc>
                <a:spcPct val="150000"/>
              </a:lnSpc>
              <a:buNone/>
            </a:pPr>
            <a:r>
              <a:rPr lang="en-US" sz="2000">
                <a:solidFill>
                  <a:srgbClr val="443728"/>
                </a:solidFill>
                <a:latin typeface="Times New Roman" pitchFamily="34" charset="0"/>
                <a:ea typeface="Open Sans" pitchFamily="34" charset="-122"/>
                <a:cs typeface="Open Sans" pitchFamily="34" charset="-120"/>
              </a:rPr>
              <a:t>Đặc biệt là Mạng nơ-ron tích chập (CNN), vượt trội so với các phương pháp CV truyền thống nhờ khả năng tự động học các đặc trưng phức tạp từ dữ liệu hình ảnh, giúp tăng độ chính xác và hiệu quả.</a:t>
            </a:r>
            <a:endParaRPr lang="en-US" sz="2000"/>
          </a:p>
          <a:p>
            <a:pPr marL="0" indent="0">
              <a:lnSpc>
                <a:spcPct val="150000"/>
              </a:lnSpc>
              <a:buNone/>
            </a:pPr>
            <a:endParaRPr lang="en-US" sz="2000"/>
          </a:p>
        </p:txBody>
      </p:sp>
      <p:sp>
        <p:nvSpPr>
          <p:cNvPr id="10" name="Text Placeholder 9">
            <a:extLst>
              <a:ext uri="{FF2B5EF4-FFF2-40B4-BE49-F238E27FC236}">
                <a16:creationId xmlns:a16="http://schemas.microsoft.com/office/drawing/2014/main" id="{C49698CF-61CD-AB67-266B-C149CFF6DE61}"/>
              </a:ext>
            </a:extLst>
          </p:cNvPr>
          <p:cNvSpPr>
            <a:spLocks noGrp="1"/>
          </p:cNvSpPr>
          <p:nvPr>
            <p:ph type="body" sz="quarter" idx="3"/>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Thư viện OpenCV</a:t>
            </a:r>
            <a:endParaRPr lang="en-US" sz="3200"/>
          </a:p>
          <a:p>
            <a:endParaRPr lang="en-US"/>
          </a:p>
        </p:txBody>
      </p:sp>
      <p:sp>
        <p:nvSpPr>
          <p:cNvPr id="14" name="Content Placeholder 13">
            <a:extLst>
              <a:ext uri="{FF2B5EF4-FFF2-40B4-BE49-F238E27FC236}">
                <a16:creationId xmlns:a16="http://schemas.microsoft.com/office/drawing/2014/main" id="{7D733C3C-C550-358A-DAE2-32482007458E}"/>
              </a:ext>
            </a:extLst>
          </p:cNvPr>
          <p:cNvSpPr>
            <a:spLocks noGrp="1"/>
          </p:cNvSpPr>
          <p:nvPr>
            <p:ph idx="16"/>
          </p:nvPr>
        </p:nvSpPr>
        <p:spPr/>
        <p:txBody>
          <a:bodyPr/>
          <a:lstStyle/>
          <a:p>
            <a:pPr marL="0" indent="0">
              <a:lnSpc>
                <a:spcPct val="150000"/>
              </a:lnSpc>
              <a:buNone/>
            </a:pPr>
            <a:r>
              <a:rPr lang="en-US" sz="2000">
                <a:solidFill>
                  <a:srgbClr val="443728"/>
                </a:solidFill>
                <a:latin typeface="Times New Roman" panose="02020603050405020304" pitchFamily="18" charset="0"/>
                <a:ea typeface="Open Sans" pitchFamily="34" charset="-122"/>
                <a:cs typeface="Times New Roman" panose="02020603050405020304" pitchFamily="18" charset="0"/>
              </a:rPr>
              <a:t>Là một thư viện mã nguồn mở mạnh mẽ, cung cấp các hàm cốt lõi cho xử lý ảnh và video, đồng thời tích hợp sâu các mô hình Deep Learning thông qua module DNN, giúp dễ dàng triển khai các giải pháp AI.</a:t>
            </a:r>
            <a:endParaRPr lang="en-US" sz="2000">
              <a:latin typeface="Times New Roman" panose="02020603050405020304" pitchFamily="18" charset="0"/>
              <a:cs typeface="Times New Roman" panose="02020603050405020304" pitchFamily="18" charset="0"/>
            </a:endParaRPr>
          </a:p>
          <a:p>
            <a:pPr marL="0" indent="0">
              <a:lnSpc>
                <a:spcPct val="150000"/>
              </a:lnSpc>
              <a:buNone/>
            </a:pPr>
            <a:endParaRPr lang="en-US"/>
          </a:p>
        </p:txBody>
      </p:sp>
      <p:sp>
        <p:nvSpPr>
          <p:cNvPr id="5" name="Slide Number Placeholder 4">
            <a:extLst>
              <a:ext uri="{FF2B5EF4-FFF2-40B4-BE49-F238E27FC236}">
                <a16:creationId xmlns:a16="http://schemas.microsoft.com/office/drawing/2014/main" id="{D4675D3D-25E9-A112-2AE1-CBFDB6D29990}"/>
              </a:ext>
            </a:extLst>
          </p:cNvPr>
          <p:cNvSpPr>
            <a:spLocks noGrp="1"/>
          </p:cNvSpPr>
          <p:nvPr>
            <p:ph type="sldNum" sz="quarter" idx="12"/>
          </p:nvPr>
        </p:nvSpPr>
        <p:spPr/>
        <p:txBody>
          <a:bodyPr/>
          <a:lstStyle/>
          <a:p>
            <a:fld id="{84D792B7-0397-C047-AE12-1A03F7E3DC83}" type="slidenum">
              <a:rPr lang="en-US" smtClean="0"/>
              <a:pPr/>
              <a:t>12</a:t>
            </a:fld>
            <a:endParaRPr lang="en-US" dirty="0"/>
          </a:p>
        </p:txBody>
      </p:sp>
      <p:sp>
        <p:nvSpPr>
          <p:cNvPr id="6" name="Footer Placeholder 5">
            <a:extLst>
              <a:ext uri="{FF2B5EF4-FFF2-40B4-BE49-F238E27FC236}">
                <a16:creationId xmlns:a16="http://schemas.microsoft.com/office/drawing/2014/main" id="{401570B5-1AA2-4788-CBDA-CA864977C687}"/>
              </a:ext>
            </a:extLst>
          </p:cNvPr>
          <p:cNvSpPr>
            <a:spLocks noGrp="1"/>
          </p:cNvSpPr>
          <p:nvPr>
            <p:ph type="ftr" sz="quarter" idx="11"/>
          </p:nvPr>
        </p:nvSpPr>
        <p:spPr/>
        <p:txBody>
          <a:bodyPr/>
          <a:lstStyle/>
          <a:p>
            <a:r>
              <a:rPr lang="en-US"/>
              <a:t>presentation title</a:t>
            </a:r>
            <a:endParaRPr lang="en-US" dirty="0"/>
          </a:p>
        </p:txBody>
      </p:sp>
      <p:sp>
        <p:nvSpPr>
          <p:cNvPr id="7" name="Date Placeholder 6">
            <a:extLst>
              <a:ext uri="{FF2B5EF4-FFF2-40B4-BE49-F238E27FC236}">
                <a16:creationId xmlns:a16="http://schemas.microsoft.com/office/drawing/2014/main" id="{02A010F1-3507-828B-5A07-E2D6E38A6E14}"/>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4237954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925E5A4-43D7-968D-FA74-BCE529D1CB83}"/>
              </a:ext>
            </a:extLst>
          </p:cNvPr>
          <p:cNvSpPr>
            <a:spLocks noGrp="1"/>
          </p:cNvSpPr>
          <p:nvPr>
            <p:ph type="title"/>
          </p:nvPr>
        </p:nvSpPr>
        <p:spPr>
          <a:xfrm>
            <a:off x="2013204" y="329184"/>
            <a:ext cx="8165592" cy="676656"/>
          </a:xfrm>
        </p:spPr>
        <p:txBody>
          <a:bodyPr/>
          <a:lstStyle/>
          <a:p>
            <a:r>
              <a:rPr lang="en-US" b="1">
                <a:solidFill>
                  <a:srgbClr val="443728"/>
                </a:solidFill>
                <a:latin typeface="Times New Roman" panose="02020603050405020304" pitchFamily="18" charset="0"/>
                <a:ea typeface="Crimson Pro Bold" pitchFamily="34" charset="-122"/>
                <a:cs typeface="Times New Roman" panose="02020603050405020304" pitchFamily="18" charset="0"/>
              </a:rPr>
              <a:t>2. OpenCV Core: Xử lý ảnh cơ bản</a:t>
            </a:r>
            <a:br>
              <a:rPr lang="en-US" sz="6600">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13" name="Content Placeholder 12">
            <a:extLst>
              <a:ext uri="{FF2B5EF4-FFF2-40B4-BE49-F238E27FC236}">
                <a16:creationId xmlns:a16="http://schemas.microsoft.com/office/drawing/2014/main" id="{4690474E-14C6-9777-4801-8B6E7761E370}"/>
              </a:ext>
            </a:extLst>
          </p:cNvPr>
          <p:cNvSpPr>
            <a:spLocks noGrp="1"/>
          </p:cNvSpPr>
          <p:nvPr>
            <p:ph idx="1"/>
          </p:nvPr>
        </p:nvSpPr>
        <p:spPr>
          <a:xfrm>
            <a:off x="411481" y="1088136"/>
            <a:ext cx="11503152" cy="4297680"/>
          </a:xfrm>
        </p:spPr>
        <p:txBody>
          <a:bodyPr/>
          <a:lstStyle/>
          <a:p>
            <a:pPr marL="0" indent="0">
              <a:lnSpc>
                <a:spcPct val="150000"/>
              </a:lnSpc>
              <a:buNone/>
            </a:pPr>
            <a:r>
              <a:rPr lang="en-US" sz="1800" b="1">
                <a:solidFill>
                  <a:srgbClr val="443728"/>
                </a:solidFill>
                <a:latin typeface="Times New Roman" pitchFamily="34" charset="0"/>
                <a:ea typeface="Crimson Pro Bold" pitchFamily="34" charset="-122"/>
                <a:cs typeface="Crimson Pro Bold" pitchFamily="34" charset="-120"/>
              </a:rPr>
              <a:t>Xử lý ảnh cơ bản:</a:t>
            </a:r>
          </a:p>
          <a:p>
            <a:pPr marL="0" indent="0">
              <a:lnSpc>
                <a:spcPct val="150000"/>
              </a:lnSpc>
              <a:buNone/>
            </a:pPr>
            <a:r>
              <a:rPr lang="en-US" sz="1800">
                <a:solidFill>
                  <a:srgbClr val="443728"/>
                </a:solidFill>
                <a:latin typeface="Times New Roman" pitchFamily="34" charset="0"/>
                <a:ea typeface="Open Sans" pitchFamily="34" charset="-122"/>
                <a:cs typeface="Open Sans" pitchFamily="34" charset="-120"/>
              </a:rPr>
              <a:t>	Đọc, ghi ảnh, thay đổi kích thước (resize), cắt ảnh (crop), và chuyển đổi giữa các không gian màu (ví dụ: RGB sang Gray).</a:t>
            </a:r>
            <a:endParaRPr lang="en-US" sz="1800"/>
          </a:p>
          <a:p>
            <a:pPr marL="0" indent="0">
              <a:lnSpc>
                <a:spcPct val="150000"/>
              </a:lnSpc>
              <a:buNone/>
            </a:pPr>
            <a:r>
              <a:rPr lang="en-US" sz="1800" b="1">
                <a:solidFill>
                  <a:srgbClr val="443728"/>
                </a:solidFill>
                <a:latin typeface="Times New Roman" pitchFamily="34" charset="0"/>
                <a:ea typeface="Crimson Pro Bold" pitchFamily="34" charset="-122"/>
                <a:cs typeface="Crimson Pro Bold" pitchFamily="34" charset="-120"/>
              </a:rPr>
              <a:t>Biến đổi hình học:</a:t>
            </a:r>
            <a:endParaRPr lang="en-US" sz="1800"/>
          </a:p>
          <a:p>
            <a:pPr marL="0" indent="0">
              <a:lnSpc>
                <a:spcPct val="150000"/>
              </a:lnSpc>
              <a:buNone/>
            </a:pPr>
            <a:r>
              <a:rPr lang="en-US" sz="1800"/>
              <a:t>	</a:t>
            </a:r>
            <a:r>
              <a:rPr lang="en-US" sz="1800">
                <a:solidFill>
                  <a:srgbClr val="443728"/>
                </a:solidFill>
                <a:latin typeface="Times New Roman" pitchFamily="34" charset="0"/>
                <a:ea typeface="Open Sans" pitchFamily="34" charset="-122"/>
                <a:cs typeface="Open Sans" pitchFamily="34" charset="-120"/>
              </a:rPr>
              <a:t>Thực hiện các phép xoay, dịch chuyển, biến đổi affine và perspective để điều chỉnh vị trí và hình dạng của ảnh.</a:t>
            </a:r>
          </a:p>
          <a:p>
            <a:pPr marL="0" indent="0">
              <a:lnSpc>
                <a:spcPct val="150000"/>
              </a:lnSpc>
              <a:buNone/>
            </a:pPr>
            <a:r>
              <a:rPr lang="en-US" sz="1800" b="1">
                <a:solidFill>
                  <a:srgbClr val="443728"/>
                </a:solidFill>
                <a:latin typeface="Times New Roman" pitchFamily="34" charset="0"/>
                <a:ea typeface="Crimson Pro Bold" pitchFamily="34" charset="-122"/>
                <a:cs typeface="Crimson Pro Bold" pitchFamily="34" charset="-120"/>
              </a:rPr>
              <a:t>Phát hiện đặc trưng:</a:t>
            </a:r>
            <a:endParaRPr lang="en-US" sz="1800"/>
          </a:p>
          <a:p>
            <a:pPr marL="0" indent="0">
              <a:lnSpc>
                <a:spcPct val="150000"/>
              </a:lnSpc>
              <a:buNone/>
            </a:pPr>
            <a:r>
              <a:rPr lang="en-US" sz="1800"/>
              <a:t>	</a:t>
            </a:r>
            <a:r>
              <a:rPr lang="en-US" sz="1800">
                <a:solidFill>
                  <a:srgbClr val="443728"/>
                </a:solidFill>
                <a:latin typeface="Times New Roman" pitchFamily="34" charset="0"/>
                <a:ea typeface="Open Sans" pitchFamily="34" charset="-122"/>
                <a:cs typeface="Open Sans" pitchFamily="34" charset="-120"/>
              </a:rPr>
              <a:t>Tìm kiếm các điểm và đường nét nổi bật trong ảnh bằng các thuật toán như Harris, Shi-Tomasi, SIFT, và ORB.</a:t>
            </a:r>
            <a:endParaRPr lang="en-US" sz="1800"/>
          </a:p>
          <a:p>
            <a:pPr marL="0" indent="0">
              <a:lnSpc>
                <a:spcPct val="150000"/>
              </a:lnSpc>
              <a:buNone/>
            </a:pPr>
            <a:r>
              <a:rPr lang="en-US" sz="1800" b="1">
                <a:solidFill>
                  <a:srgbClr val="443728"/>
                </a:solidFill>
                <a:latin typeface="Times New Roman" pitchFamily="34" charset="0"/>
                <a:ea typeface="Crimson Pro Bold" pitchFamily="34" charset="-122"/>
                <a:cs typeface="Crimson Pro Bold" pitchFamily="34" charset="-120"/>
              </a:rPr>
              <a:t>Ứng dụng đa dạng:</a:t>
            </a:r>
          </a:p>
          <a:p>
            <a:pPr marL="0" indent="0">
              <a:lnSpc>
                <a:spcPct val="150000"/>
              </a:lnSpc>
              <a:buNone/>
            </a:pPr>
            <a:r>
              <a:rPr lang="en-US" sz="1800" b="1">
                <a:solidFill>
                  <a:srgbClr val="443728"/>
                </a:solidFill>
                <a:latin typeface="Times New Roman" pitchFamily="34" charset="0"/>
                <a:ea typeface="Crimson Pro Bold" pitchFamily="34" charset="-122"/>
              </a:rPr>
              <a:t>	</a:t>
            </a:r>
            <a:r>
              <a:rPr lang="en-US" sz="1800">
                <a:solidFill>
                  <a:srgbClr val="443728"/>
                </a:solidFill>
                <a:latin typeface="Times New Roman" pitchFamily="34" charset="0"/>
                <a:ea typeface="Open Sans" pitchFamily="34" charset="-122"/>
                <a:cs typeface="Open Sans" pitchFamily="34" charset="-120"/>
              </a:rPr>
              <a:t>Từ kiểm soát chất lượng trong công nghiệp, hệ thống an ninh, chẩn đoán y tế, xe tự hành, đến các ứng dụng trên thiết bị di động.</a:t>
            </a:r>
            <a:endParaRPr lang="en-US" sz="1800"/>
          </a:p>
          <a:p>
            <a:pPr marL="0" indent="0">
              <a:lnSpc>
                <a:spcPct val="150000"/>
              </a:lnSpc>
              <a:buNone/>
            </a:pPr>
            <a:endParaRPr lang="en-US" sz="1800"/>
          </a:p>
          <a:p>
            <a:pPr marL="0" indent="0">
              <a:lnSpc>
                <a:spcPct val="150000"/>
              </a:lnSpc>
              <a:buNone/>
            </a:pPr>
            <a:endParaRPr lang="en-US" sz="1800"/>
          </a:p>
          <a:p>
            <a:pPr marL="0" indent="0">
              <a:lnSpc>
                <a:spcPct val="150000"/>
              </a:lnSpc>
              <a:buNone/>
            </a:pPr>
            <a:endParaRPr lang="en-US" sz="1800"/>
          </a:p>
        </p:txBody>
      </p:sp>
      <p:sp>
        <p:nvSpPr>
          <p:cNvPr id="9" name="Slide Number Placeholder 8">
            <a:extLst>
              <a:ext uri="{FF2B5EF4-FFF2-40B4-BE49-F238E27FC236}">
                <a16:creationId xmlns:a16="http://schemas.microsoft.com/office/drawing/2014/main" id="{A21D15B3-6E3E-0AD1-A831-504222747BD0}"/>
              </a:ext>
            </a:extLst>
          </p:cNvPr>
          <p:cNvSpPr>
            <a:spLocks noGrp="1"/>
          </p:cNvSpPr>
          <p:nvPr>
            <p:ph type="sldNum" sz="quarter" idx="12"/>
          </p:nvPr>
        </p:nvSpPr>
        <p:spPr/>
        <p:txBody>
          <a:bodyPr/>
          <a:lstStyle/>
          <a:p>
            <a:fld id="{84D792B7-0397-C047-AE12-1A03F7E3DC83}" type="slidenum">
              <a:rPr lang="en-US" smtClean="0"/>
              <a:t>13</a:t>
            </a:fld>
            <a:endParaRPr lang="en-US" dirty="0"/>
          </a:p>
        </p:txBody>
      </p:sp>
      <p:sp>
        <p:nvSpPr>
          <p:cNvPr id="10" name="Footer Placeholder 9">
            <a:extLst>
              <a:ext uri="{FF2B5EF4-FFF2-40B4-BE49-F238E27FC236}">
                <a16:creationId xmlns:a16="http://schemas.microsoft.com/office/drawing/2014/main" id="{56268FD1-8C24-EDF4-378B-1586E93E2546}"/>
              </a:ext>
            </a:extLst>
          </p:cNvPr>
          <p:cNvSpPr>
            <a:spLocks noGrp="1"/>
          </p:cNvSpPr>
          <p:nvPr>
            <p:ph type="ftr" sz="quarter" idx="11"/>
          </p:nvPr>
        </p:nvSpPr>
        <p:spPr/>
        <p:txBody>
          <a:bodyPr/>
          <a:lstStyle/>
          <a:p>
            <a:r>
              <a:rPr lang="en-US"/>
              <a:t>presentation title</a:t>
            </a:r>
            <a:endParaRPr lang="en-US" dirty="0"/>
          </a:p>
        </p:txBody>
      </p:sp>
      <p:sp>
        <p:nvSpPr>
          <p:cNvPr id="11" name="Date Placeholder 10">
            <a:extLst>
              <a:ext uri="{FF2B5EF4-FFF2-40B4-BE49-F238E27FC236}">
                <a16:creationId xmlns:a16="http://schemas.microsoft.com/office/drawing/2014/main" id="{5623893C-6403-ABAB-A54F-D5E1486BD3F5}"/>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3984717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55916-6DC3-D868-91A8-8220A433C2FE}"/>
              </a:ext>
            </a:extLst>
          </p:cNvPr>
          <p:cNvSpPr>
            <a:spLocks noGrp="1"/>
          </p:cNvSpPr>
          <p:nvPr>
            <p:ph type="title"/>
          </p:nvPr>
        </p:nvSpPr>
        <p:spPr>
          <a:xfrm>
            <a:off x="2013204" y="338328"/>
            <a:ext cx="8165592" cy="795528"/>
          </a:xfrm>
        </p:spPr>
        <p:txBody>
          <a:bodyPr/>
          <a:lstStyle/>
          <a:p>
            <a:r>
              <a:rPr lang="vi-VN">
                <a:latin typeface="Times New Roman" panose="02020603050405020304" pitchFamily="18" charset="0"/>
                <a:cs typeface="Times New Roman" panose="02020603050405020304" pitchFamily="18" charset="0"/>
              </a:rPr>
              <a:t>Ví dụ minh họa</a:t>
            </a: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4E72B35-41D9-B4A5-B6FF-A77C7234FDF5}"/>
              </a:ext>
            </a:extLst>
          </p:cNvPr>
          <p:cNvSpPr>
            <a:spLocks noGrp="1"/>
          </p:cNvSpPr>
          <p:nvPr>
            <p:ph idx="1"/>
          </p:nvPr>
        </p:nvSpPr>
        <p:spPr/>
        <p:txBody>
          <a:bodyPr/>
          <a:lstStyle/>
          <a:p>
            <a:pPr marL="0" indent="0">
              <a:buNone/>
            </a:pPr>
            <a:r>
              <a:rPr lang="en-US" b="1">
                <a:latin typeface="Times New Roman" panose="02020603050405020304" pitchFamily="18" charset="0"/>
                <a:ea typeface="Times New Roman" panose="02020603050405020304" pitchFamily="18" charset="0"/>
              </a:rPr>
              <a:t>Chuyển ảnh sang grayscale và phát hiện cạnh bằng Canny.</a:t>
            </a:r>
            <a:endParaRPr lang="en-US">
              <a:latin typeface="Times New Roman" panose="02020603050405020304" pitchFamily="18" charset="0"/>
              <a:ea typeface="Times New Roman" panose="02020603050405020304" pitchFamily="18" charset="0"/>
            </a:endParaRPr>
          </a:p>
          <a:p>
            <a:pPr marL="0" indent="0">
              <a:buNone/>
            </a:pPr>
            <a:endParaRPr lang="en-US"/>
          </a:p>
        </p:txBody>
      </p:sp>
      <p:sp>
        <p:nvSpPr>
          <p:cNvPr id="4" name="Slide Number Placeholder 3">
            <a:extLst>
              <a:ext uri="{FF2B5EF4-FFF2-40B4-BE49-F238E27FC236}">
                <a16:creationId xmlns:a16="http://schemas.microsoft.com/office/drawing/2014/main" id="{57A19723-F160-EA8A-F0DE-B1CBFFAB7FA3}"/>
              </a:ext>
            </a:extLst>
          </p:cNvPr>
          <p:cNvSpPr>
            <a:spLocks noGrp="1"/>
          </p:cNvSpPr>
          <p:nvPr>
            <p:ph type="sldNum" sz="quarter" idx="12"/>
          </p:nvPr>
        </p:nvSpPr>
        <p:spPr/>
        <p:txBody>
          <a:bodyPr/>
          <a:lstStyle/>
          <a:p>
            <a:fld id="{84D792B7-0397-C047-AE12-1A03F7E3DC83}" type="slidenum">
              <a:rPr lang="en-US" smtClean="0"/>
              <a:t>14</a:t>
            </a:fld>
            <a:endParaRPr lang="en-US" dirty="0"/>
          </a:p>
        </p:txBody>
      </p:sp>
      <p:sp>
        <p:nvSpPr>
          <p:cNvPr id="5" name="Footer Placeholder 4">
            <a:extLst>
              <a:ext uri="{FF2B5EF4-FFF2-40B4-BE49-F238E27FC236}">
                <a16:creationId xmlns:a16="http://schemas.microsoft.com/office/drawing/2014/main" id="{B780B220-C854-91EA-6D4A-A891D0855A7C}"/>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4C6549EE-CD49-BF68-B7E4-F61A59DF3CA5}"/>
              </a:ext>
            </a:extLst>
          </p:cNvPr>
          <p:cNvSpPr>
            <a:spLocks noGrp="1"/>
          </p:cNvSpPr>
          <p:nvPr>
            <p:ph type="dt" sz="half" idx="10"/>
          </p:nvPr>
        </p:nvSpPr>
        <p:spPr/>
        <p:txBody>
          <a:bodyPr/>
          <a:lstStyle/>
          <a:p>
            <a:r>
              <a:rPr lang="en-US"/>
              <a:t>20XX</a:t>
            </a:r>
            <a:endParaRPr lang="en-US" dirty="0"/>
          </a:p>
        </p:txBody>
      </p:sp>
      <p:pic>
        <p:nvPicPr>
          <p:cNvPr id="7" name="Picture 6">
            <a:extLst>
              <a:ext uri="{FF2B5EF4-FFF2-40B4-BE49-F238E27FC236}">
                <a16:creationId xmlns:a16="http://schemas.microsoft.com/office/drawing/2014/main" id="{4E5A3E2A-C37A-2079-F2D6-946403622A73}"/>
              </a:ext>
            </a:extLst>
          </p:cNvPr>
          <p:cNvPicPr>
            <a:picLocks noChangeAspect="1"/>
          </p:cNvPicPr>
          <p:nvPr/>
        </p:nvPicPr>
        <p:blipFill>
          <a:blip r:embed="rId2"/>
          <a:stretch>
            <a:fillRect/>
          </a:stretch>
        </p:blipFill>
        <p:spPr>
          <a:xfrm>
            <a:off x="1720458" y="1979820"/>
            <a:ext cx="8748453" cy="4132307"/>
          </a:xfrm>
          <a:prstGeom prst="rect">
            <a:avLst/>
          </a:prstGeom>
        </p:spPr>
      </p:pic>
    </p:spTree>
    <p:extLst>
      <p:ext uri="{BB962C8B-B14F-4D97-AF65-F5344CB8AC3E}">
        <p14:creationId xmlns:p14="http://schemas.microsoft.com/office/powerpoint/2010/main" val="3759363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E1727-649B-5A95-035A-ACCF1900FD2B}"/>
              </a:ext>
            </a:extLst>
          </p:cNvPr>
          <p:cNvSpPr>
            <a:spLocks noGrp="1"/>
          </p:cNvSpPr>
          <p:nvPr>
            <p:ph type="title"/>
          </p:nvPr>
        </p:nvSpPr>
        <p:spPr>
          <a:xfrm>
            <a:off x="2011889" y="246888"/>
            <a:ext cx="8165592" cy="795528"/>
          </a:xfrm>
        </p:spPr>
        <p:txBody>
          <a:bodyPr/>
          <a:lstStyle/>
          <a:p>
            <a:r>
              <a:rPr lang="vi-VN">
                <a:latin typeface="Times New Roman" panose="02020603050405020304" pitchFamily="18" charset="0"/>
                <a:cs typeface="Times New Roman" panose="02020603050405020304" pitchFamily="18" charset="0"/>
              </a:rPr>
              <a:t>Kết Quả </a:t>
            </a: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5E3757-F3AC-AFFD-1137-D3B4979A1EDF}"/>
              </a:ext>
            </a:extLst>
          </p:cNvPr>
          <p:cNvSpPr>
            <a:spLocks noGrp="1"/>
          </p:cNvSpPr>
          <p:nvPr>
            <p:ph idx="1"/>
          </p:nvPr>
        </p:nvSpPr>
        <p:spPr/>
        <p:txBody>
          <a:bodyPr/>
          <a:lstStyle/>
          <a:p>
            <a:pPr marL="0" indent="0">
              <a:buNone/>
            </a:pPr>
            <a:r>
              <a:rPr lang="en-US">
                <a:latin typeface="Times New Roman" panose="02020603050405020304" pitchFamily="18" charset="0"/>
                <a:cs typeface="Times New Roman" panose="02020603050405020304" pitchFamily="18" charset="0"/>
              </a:rPr>
              <a:t>              Ảnh gốc                </a:t>
            </a:r>
            <a:r>
              <a:rPr lang="en-US">
                <a:latin typeface="Times New Roman" panose="02020603050405020304" pitchFamily="18" charset="0"/>
                <a:ea typeface="Times New Roman" panose="02020603050405020304" pitchFamily="18" charset="0"/>
              </a:rPr>
              <a:t>Ảnh Grayscale        Ảnh cạnh (Canny)</a:t>
            </a:r>
          </a:p>
          <a:p>
            <a:pPr marL="0" indent="0">
              <a:buNone/>
            </a:pPr>
            <a:endParaRPr lang="en-US">
              <a:latin typeface="Times New Roman" panose="02020603050405020304" pitchFamily="18" charset="0"/>
              <a:ea typeface="Times New Roman" panose="02020603050405020304" pitchFamily="18" charset="0"/>
            </a:endParaRPr>
          </a:p>
          <a:p>
            <a:pPr marL="0" indent="0">
              <a:buNone/>
            </a:pPr>
            <a:endParaRPr lang="en-US">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B3DC381-3977-6554-A0B6-FF3C57BFCD68}"/>
              </a:ext>
            </a:extLst>
          </p:cNvPr>
          <p:cNvSpPr>
            <a:spLocks noGrp="1"/>
          </p:cNvSpPr>
          <p:nvPr>
            <p:ph type="sldNum" sz="quarter" idx="12"/>
          </p:nvPr>
        </p:nvSpPr>
        <p:spPr/>
        <p:txBody>
          <a:bodyPr/>
          <a:lstStyle/>
          <a:p>
            <a:fld id="{84D792B7-0397-C047-AE12-1A03F7E3DC83}" type="slidenum">
              <a:rPr lang="en-US" smtClean="0"/>
              <a:t>15</a:t>
            </a:fld>
            <a:endParaRPr lang="en-US" dirty="0"/>
          </a:p>
        </p:txBody>
      </p:sp>
      <p:sp>
        <p:nvSpPr>
          <p:cNvPr id="5" name="Footer Placeholder 4">
            <a:extLst>
              <a:ext uri="{FF2B5EF4-FFF2-40B4-BE49-F238E27FC236}">
                <a16:creationId xmlns:a16="http://schemas.microsoft.com/office/drawing/2014/main" id="{82702DF2-04E2-F267-4B35-DC018A233CDF}"/>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B9E956BF-81FD-5323-C71A-958429B93E47}"/>
              </a:ext>
            </a:extLst>
          </p:cNvPr>
          <p:cNvSpPr>
            <a:spLocks noGrp="1"/>
          </p:cNvSpPr>
          <p:nvPr>
            <p:ph type="dt" sz="half" idx="10"/>
          </p:nvPr>
        </p:nvSpPr>
        <p:spPr/>
        <p:txBody>
          <a:bodyPr/>
          <a:lstStyle/>
          <a:p>
            <a:r>
              <a:rPr lang="en-US"/>
              <a:t>20XX</a:t>
            </a:r>
            <a:endParaRPr lang="en-US" dirty="0"/>
          </a:p>
        </p:txBody>
      </p:sp>
      <p:pic>
        <p:nvPicPr>
          <p:cNvPr id="7" name="Picture 6" descr="A cat lying down looking up&#10;&#10;AI-generated content may be incorrect.">
            <a:extLst>
              <a:ext uri="{FF2B5EF4-FFF2-40B4-BE49-F238E27FC236}">
                <a16:creationId xmlns:a16="http://schemas.microsoft.com/office/drawing/2014/main" id="{839C5728-8B13-706E-760D-A81011714B0C}"/>
              </a:ext>
            </a:extLst>
          </p:cNvPr>
          <p:cNvPicPr>
            <a:picLocks noChangeAspect="1"/>
          </p:cNvPicPr>
          <p:nvPr/>
        </p:nvPicPr>
        <p:blipFill>
          <a:blip r:embed="rId2"/>
          <a:stretch>
            <a:fillRect/>
          </a:stretch>
        </p:blipFill>
        <p:spPr>
          <a:xfrm>
            <a:off x="1617566" y="2505537"/>
            <a:ext cx="9026971" cy="3684951"/>
          </a:xfrm>
          <a:prstGeom prst="rect">
            <a:avLst/>
          </a:prstGeom>
        </p:spPr>
      </p:pic>
    </p:spTree>
    <p:extLst>
      <p:ext uri="{BB962C8B-B14F-4D97-AF65-F5344CB8AC3E}">
        <p14:creationId xmlns:p14="http://schemas.microsoft.com/office/powerpoint/2010/main" val="4096942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EB61764-700F-B4F1-5496-934A1F2D09FF}"/>
              </a:ext>
            </a:extLst>
          </p:cNvPr>
          <p:cNvSpPr>
            <a:spLocks noGrp="1"/>
          </p:cNvSpPr>
          <p:nvPr>
            <p:ph type="title"/>
          </p:nvPr>
        </p:nvSpPr>
        <p:spPr>
          <a:xfrm>
            <a:off x="2013204" y="544759"/>
            <a:ext cx="8165592" cy="605255"/>
          </a:xfrm>
        </p:spPr>
        <p:txBody>
          <a:bodyPr/>
          <a:lstStyle/>
          <a:p>
            <a:r>
              <a:rPr lang="en-US" b="1">
                <a:solidFill>
                  <a:srgbClr val="443728"/>
                </a:solidFill>
                <a:latin typeface="Times New Roman" pitchFamily="34" charset="0"/>
                <a:ea typeface="Crimson Pro Bold" pitchFamily="34" charset="-122"/>
                <a:cs typeface="Crimson Pro Bold" pitchFamily="34" charset="-120"/>
              </a:rPr>
              <a:t>3. OpenCV với Deep Learning (Module DNN)</a:t>
            </a:r>
            <a:br>
              <a:rPr lang="en-US" sz="8800"/>
            </a:br>
            <a:endParaRPr lang="en-US"/>
          </a:p>
        </p:txBody>
      </p:sp>
      <p:sp>
        <p:nvSpPr>
          <p:cNvPr id="10" name="Text Placeholder 9">
            <a:extLst>
              <a:ext uri="{FF2B5EF4-FFF2-40B4-BE49-F238E27FC236}">
                <a16:creationId xmlns:a16="http://schemas.microsoft.com/office/drawing/2014/main" id="{BE816ED6-0642-A1C2-5DE4-2837377E554A}"/>
              </a:ext>
            </a:extLst>
          </p:cNvPr>
          <p:cNvSpPr>
            <a:spLocks noGrp="1"/>
          </p:cNvSpPr>
          <p:nvPr>
            <p:ph type="body" idx="13"/>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Hỗ trợ load model</a:t>
            </a:r>
            <a:endParaRPr lang="en-US" sz="3200"/>
          </a:p>
          <a:p>
            <a:endParaRPr lang="en-US"/>
          </a:p>
        </p:txBody>
      </p:sp>
      <p:sp>
        <p:nvSpPr>
          <p:cNvPr id="8" name="Content Placeholder 7">
            <a:extLst>
              <a:ext uri="{FF2B5EF4-FFF2-40B4-BE49-F238E27FC236}">
                <a16:creationId xmlns:a16="http://schemas.microsoft.com/office/drawing/2014/main" id="{E6576206-E188-4054-18A3-A0900E0F7069}"/>
              </a:ext>
            </a:extLst>
          </p:cNvPr>
          <p:cNvSpPr>
            <a:spLocks noGrp="1"/>
          </p:cNvSpPr>
          <p:nvPr>
            <p:ph idx="1"/>
          </p:nvPr>
        </p:nvSpPr>
        <p:spPr/>
        <p:txBody>
          <a:bodyPr/>
          <a:lstStyle/>
          <a:p>
            <a:pPr marL="0" indent="0">
              <a:lnSpc>
                <a:spcPct val="150000"/>
              </a:lnSpc>
              <a:buNone/>
            </a:pPr>
            <a:r>
              <a:rPr lang="en-US" sz="2000">
                <a:solidFill>
                  <a:srgbClr val="443728"/>
                </a:solidFill>
                <a:latin typeface="Times New Roman" pitchFamily="34" charset="0"/>
                <a:ea typeface="Open Sans" pitchFamily="34" charset="-122"/>
                <a:cs typeface="Open Sans" pitchFamily="34" charset="-120"/>
              </a:rPr>
              <a:t>Tương thích với nhiều framework phổ biến như TensorFlow, PyTorch, Caffe, ONNX và Darknet, cho phép bạn dễ dàng nạp các mô hình đã có.</a:t>
            </a:r>
            <a:endParaRPr lang="en-US" sz="2000"/>
          </a:p>
          <a:p>
            <a:pPr>
              <a:lnSpc>
                <a:spcPct val="150000"/>
              </a:lnSpc>
            </a:pPr>
            <a:endParaRPr lang="en-US"/>
          </a:p>
        </p:txBody>
      </p:sp>
      <p:sp>
        <p:nvSpPr>
          <p:cNvPr id="11" name="Text Placeholder 10">
            <a:extLst>
              <a:ext uri="{FF2B5EF4-FFF2-40B4-BE49-F238E27FC236}">
                <a16:creationId xmlns:a16="http://schemas.microsoft.com/office/drawing/2014/main" id="{EB2DBC1B-79E1-8F45-C8CB-FBC08239171E}"/>
              </a:ext>
            </a:extLst>
          </p:cNvPr>
          <p:cNvSpPr>
            <a:spLocks noGrp="1"/>
          </p:cNvSpPr>
          <p:nvPr>
            <p:ph type="body" sz="quarter" idx="14"/>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Pipeline</a:t>
            </a:r>
            <a:endParaRPr lang="en-US"/>
          </a:p>
        </p:txBody>
      </p:sp>
      <p:sp>
        <p:nvSpPr>
          <p:cNvPr id="12" name="Content Placeholder 11">
            <a:extLst>
              <a:ext uri="{FF2B5EF4-FFF2-40B4-BE49-F238E27FC236}">
                <a16:creationId xmlns:a16="http://schemas.microsoft.com/office/drawing/2014/main" id="{042D0307-AD72-7327-178B-0F956679D071}"/>
              </a:ext>
            </a:extLst>
          </p:cNvPr>
          <p:cNvSpPr>
            <a:spLocks noGrp="1"/>
          </p:cNvSpPr>
          <p:nvPr>
            <p:ph idx="15"/>
          </p:nvPr>
        </p:nvSpPr>
        <p:spPr/>
        <p:txBody>
          <a:bodyPr/>
          <a:lstStyle/>
          <a:p>
            <a:pPr marL="0" indent="0">
              <a:lnSpc>
                <a:spcPct val="150000"/>
              </a:lnSpc>
              <a:buNone/>
            </a:pPr>
            <a:r>
              <a:rPr lang="en-US" sz="2000">
                <a:solidFill>
                  <a:srgbClr val="443728"/>
                </a:solidFill>
                <a:latin typeface="Times New Roman" panose="02020603050405020304" pitchFamily="18" charset="0"/>
                <a:ea typeface="Open Sans" pitchFamily="34" charset="-122"/>
                <a:cs typeface="Times New Roman" panose="02020603050405020304" pitchFamily="18" charset="0"/>
              </a:rPr>
              <a:t>Quy trình triển khai bao gồm các bước: Tiền xử lý dữ liệu đầu vào → Tải mô hình → Thực hiện forward pass để lấy kết quả → Hậu xử lý kết quả để đưa ra dự đoán cuối cùng.</a:t>
            </a:r>
            <a:endParaRPr lang="en-US" sz="2000">
              <a:latin typeface="Times New Roman" panose="02020603050405020304" pitchFamily="18" charset="0"/>
              <a:cs typeface="Times New Roman" panose="02020603050405020304" pitchFamily="18" charset="0"/>
            </a:endParaRPr>
          </a:p>
          <a:p>
            <a:pPr>
              <a:lnSpc>
                <a:spcPct val="150000"/>
              </a:lnSpc>
            </a:pPr>
            <a:endParaRPr lang="en-US"/>
          </a:p>
        </p:txBody>
      </p:sp>
      <p:sp>
        <p:nvSpPr>
          <p:cNvPr id="9" name="Text Placeholder 8">
            <a:extLst>
              <a:ext uri="{FF2B5EF4-FFF2-40B4-BE49-F238E27FC236}">
                <a16:creationId xmlns:a16="http://schemas.microsoft.com/office/drawing/2014/main" id="{8E124428-70D1-87F4-7620-17438ADAF291}"/>
              </a:ext>
            </a:extLst>
          </p:cNvPr>
          <p:cNvSpPr>
            <a:spLocks noGrp="1"/>
          </p:cNvSpPr>
          <p:nvPr>
            <p:ph type="body" sz="quarter" idx="3"/>
          </p:nvPr>
        </p:nvSpPr>
        <p:spPr/>
        <p:txBody>
          <a:bodyPr/>
          <a:lstStyle/>
          <a:p>
            <a:r>
              <a:rPr lang="en-US" b="1">
                <a:solidFill>
                  <a:srgbClr val="443728"/>
                </a:solidFill>
                <a:latin typeface="Times New Roman" pitchFamily="34" charset="0"/>
                <a:ea typeface="Crimson Pro Bold" pitchFamily="34" charset="-122"/>
                <a:cs typeface="Crimson Pro Bold" pitchFamily="34" charset="-120"/>
              </a:rPr>
              <a:t>Ứng dụng</a:t>
            </a:r>
            <a:endParaRPr lang="en-US" sz="3200"/>
          </a:p>
          <a:p>
            <a:endParaRPr lang="en-US"/>
          </a:p>
        </p:txBody>
      </p:sp>
      <p:sp>
        <p:nvSpPr>
          <p:cNvPr id="13" name="Content Placeholder 12">
            <a:extLst>
              <a:ext uri="{FF2B5EF4-FFF2-40B4-BE49-F238E27FC236}">
                <a16:creationId xmlns:a16="http://schemas.microsoft.com/office/drawing/2014/main" id="{2EF5AE81-C286-0DFE-7315-2C41537B8787}"/>
              </a:ext>
            </a:extLst>
          </p:cNvPr>
          <p:cNvSpPr>
            <a:spLocks noGrp="1"/>
          </p:cNvSpPr>
          <p:nvPr>
            <p:ph idx="16"/>
          </p:nvPr>
        </p:nvSpPr>
        <p:spPr>
          <a:xfrm>
            <a:off x="4123102" y="4951476"/>
            <a:ext cx="7598664" cy="1197864"/>
          </a:xfrm>
        </p:spPr>
        <p:txBody>
          <a:bodyPr/>
          <a:lstStyle/>
          <a:p>
            <a:pPr marL="0" indent="0">
              <a:lnSpc>
                <a:spcPct val="150000"/>
              </a:lnSpc>
              <a:buNone/>
            </a:pPr>
            <a:r>
              <a:rPr lang="en-US" sz="2000">
                <a:solidFill>
                  <a:srgbClr val="443728"/>
                </a:solidFill>
                <a:latin typeface="Times New Roman" pitchFamily="34" charset="0"/>
                <a:ea typeface="Open Sans" pitchFamily="34" charset="-122"/>
                <a:cs typeface="Open Sans" pitchFamily="34" charset="-120"/>
              </a:rPr>
              <a:t>Rất đa dạng, từ phân loại ảnh, phát hiện đối tượng (sử dụng YOLO,</a:t>
            </a:r>
            <a:r>
              <a:rPr lang="en-US" sz="2000">
                <a:latin typeface="Times New Roman" panose="02020603050405020304" pitchFamily="18" charset="0"/>
                <a:ea typeface="Times New Roman" panose="02020603050405020304" pitchFamily="18" charset="0"/>
              </a:rPr>
              <a:t> </a:t>
            </a:r>
            <a:r>
              <a:rPr lang="en-US" sz="2000">
                <a:solidFill>
                  <a:schemeClr val="accent4">
                    <a:lumMod val="50000"/>
                  </a:schemeClr>
                </a:solidFill>
                <a:latin typeface="Times New Roman" panose="02020603050405020304" pitchFamily="18" charset="0"/>
                <a:ea typeface="Times New Roman" panose="02020603050405020304" pitchFamily="18" charset="0"/>
              </a:rPr>
              <a:t>MobileNet-SSD</a:t>
            </a:r>
            <a:r>
              <a:rPr lang="en-US" sz="2000">
                <a:solidFill>
                  <a:srgbClr val="443728"/>
                </a:solidFill>
                <a:latin typeface="Times New Roman" pitchFamily="34" charset="0"/>
                <a:ea typeface="Open Sans" pitchFamily="34" charset="-122"/>
                <a:cs typeface="Open Sans" pitchFamily="34" charset="-120"/>
              </a:rPr>
              <a:t> , Faster R-CNN), nhận diện khuôn mặt, cho đến phân đoạn hình ảnh (segmentation).</a:t>
            </a:r>
            <a:endParaRPr lang="en-US" sz="2000"/>
          </a:p>
          <a:p>
            <a:pPr marL="0" indent="0">
              <a:lnSpc>
                <a:spcPct val="150000"/>
              </a:lnSpc>
              <a:buNone/>
            </a:pPr>
            <a:endParaRPr lang="en-US"/>
          </a:p>
        </p:txBody>
      </p:sp>
      <p:sp>
        <p:nvSpPr>
          <p:cNvPr id="4" name="Slide Number Placeholder 3">
            <a:extLst>
              <a:ext uri="{FF2B5EF4-FFF2-40B4-BE49-F238E27FC236}">
                <a16:creationId xmlns:a16="http://schemas.microsoft.com/office/drawing/2014/main" id="{2E8B7900-8BF2-3805-118D-C88EDCF40436}"/>
              </a:ext>
            </a:extLst>
          </p:cNvPr>
          <p:cNvSpPr>
            <a:spLocks noGrp="1"/>
          </p:cNvSpPr>
          <p:nvPr>
            <p:ph type="sldNum" sz="quarter" idx="12"/>
          </p:nvPr>
        </p:nvSpPr>
        <p:spPr/>
        <p:txBody>
          <a:bodyPr/>
          <a:lstStyle/>
          <a:p>
            <a:fld id="{84D792B7-0397-C047-AE12-1A03F7E3DC83}" type="slidenum">
              <a:rPr lang="en-US" smtClean="0"/>
              <a:t>16</a:t>
            </a:fld>
            <a:endParaRPr lang="en-US" dirty="0"/>
          </a:p>
        </p:txBody>
      </p:sp>
      <p:sp>
        <p:nvSpPr>
          <p:cNvPr id="5" name="Footer Placeholder 4">
            <a:extLst>
              <a:ext uri="{FF2B5EF4-FFF2-40B4-BE49-F238E27FC236}">
                <a16:creationId xmlns:a16="http://schemas.microsoft.com/office/drawing/2014/main" id="{7D0AE430-520A-4AC1-8A38-9DCFD3A2FB43}"/>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ED097924-3C08-90BC-A737-231235C67702}"/>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1441291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AAAE5F5-F1D7-85D7-A44A-24026F6658CC}"/>
              </a:ext>
            </a:extLst>
          </p:cNvPr>
          <p:cNvSpPr>
            <a:spLocks noGrp="1"/>
          </p:cNvSpPr>
          <p:nvPr>
            <p:ph type="title"/>
          </p:nvPr>
        </p:nvSpPr>
        <p:spPr>
          <a:xfrm>
            <a:off x="1755648" y="248970"/>
            <a:ext cx="8165592" cy="969264"/>
          </a:xfrm>
        </p:spPr>
        <p:txBody>
          <a:bodyPr/>
          <a:lstStyle/>
          <a:p>
            <a:r>
              <a:rPr lang="en-US">
                <a:latin typeface="Times New Roman" panose="02020603050405020304" pitchFamily="18" charset="0"/>
                <a:ea typeface="Times New Roman" panose="02020603050405020304" pitchFamily="18" charset="0"/>
              </a:rPr>
              <a:t>Ví dụ minh</a:t>
            </a:r>
            <a:r>
              <a:rPr lang="vi-VN">
                <a:latin typeface="Times New Roman" panose="02020603050405020304" pitchFamily="18" charset="0"/>
                <a:ea typeface="Times New Roman" panose="02020603050405020304" pitchFamily="18" charset="0"/>
              </a:rPr>
              <a:t> họa</a:t>
            </a:r>
            <a:br>
              <a:rPr lang="en-US"/>
            </a:br>
            <a:endParaRPr lang="en-US"/>
          </a:p>
        </p:txBody>
      </p:sp>
      <p:sp>
        <p:nvSpPr>
          <p:cNvPr id="13" name="Content Placeholder 12">
            <a:extLst>
              <a:ext uri="{FF2B5EF4-FFF2-40B4-BE49-F238E27FC236}">
                <a16:creationId xmlns:a16="http://schemas.microsoft.com/office/drawing/2014/main" id="{7F13C3EA-A688-65F3-028A-5043D403631A}"/>
              </a:ext>
            </a:extLst>
          </p:cNvPr>
          <p:cNvSpPr>
            <a:spLocks noGrp="1"/>
          </p:cNvSpPr>
          <p:nvPr>
            <p:ph idx="1"/>
          </p:nvPr>
        </p:nvSpPr>
        <p:spPr/>
        <p:txBody>
          <a:bodyPr/>
          <a:lstStyle/>
          <a:p>
            <a:pPr marL="0" indent="0">
              <a:buNone/>
            </a:pPr>
            <a:r>
              <a:rPr lang="en-US" sz="2000">
                <a:latin typeface="Times New Roman" panose="02020603050405020304" pitchFamily="18" charset="0"/>
                <a:ea typeface="Times New Roman" panose="02020603050405020304" pitchFamily="18" charset="0"/>
              </a:rPr>
              <a:t>Nhận diện đối tượng với MobileNet-SSD                  Kết quả: Hình ảnh con mèo có khung xanh vẽ   							quanh đối tượng được nhận diện.</a:t>
            </a:r>
          </a:p>
          <a:p>
            <a:pPr marL="0" indent="0">
              <a:buNone/>
            </a:pPr>
            <a:endParaRPr lang="en-US" sz="2000">
              <a:latin typeface="Times New Roman" panose="02020603050405020304" pitchFamily="18" charset="0"/>
              <a:ea typeface="Times New Roman" panose="02020603050405020304" pitchFamily="18" charset="0"/>
            </a:endParaRPr>
          </a:p>
          <a:p>
            <a:pPr marL="0" indent="0">
              <a:buNone/>
            </a:pPr>
            <a:endParaRPr lang="en-US"/>
          </a:p>
        </p:txBody>
      </p:sp>
      <p:sp>
        <p:nvSpPr>
          <p:cNvPr id="9" name="Slide Number Placeholder 8">
            <a:extLst>
              <a:ext uri="{FF2B5EF4-FFF2-40B4-BE49-F238E27FC236}">
                <a16:creationId xmlns:a16="http://schemas.microsoft.com/office/drawing/2014/main" id="{9E184139-84CA-E883-EC31-CEC55EC4C8F4}"/>
              </a:ext>
            </a:extLst>
          </p:cNvPr>
          <p:cNvSpPr>
            <a:spLocks noGrp="1"/>
          </p:cNvSpPr>
          <p:nvPr>
            <p:ph type="sldNum" sz="quarter" idx="12"/>
          </p:nvPr>
        </p:nvSpPr>
        <p:spPr/>
        <p:txBody>
          <a:bodyPr/>
          <a:lstStyle/>
          <a:p>
            <a:fld id="{84D792B7-0397-C047-AE12-1A03F7E3DC83}" type="slidenum">
              <a:rPr lang="en-US" smtClean="0"/>
              <a:t>17</a:t>
            </a:fld>
            <a:endParaRPr lang="en-US" dirty="0"/>
          </a:p>
        </p:txBody>
      </p:sp>
      <p:sp>
        <p:nvSpPr>
          <p:cNvPr id="10" name="Footer Placeholder 9">
            <a:extLst>
              <a:ext uri="{FF2B5EF4-FFF2-40B4-BE49-F238E27FC236}">
                <a16:creationId xmlns:a16="http://schemas.microsoft.com/office/drawing/2014/main" id="{E8D1CFA4-75ED-3631-5F30-500085866E7F}"/>
              </a:ext>
            </a:extLst>
          </p:cNvPr>
          <p:cNvSpPr>
            <a:spLocks noGrp="1"/>
          </p:cNvSpPr>
          <p:nvPr>
            <p:ph type="ftr" sz="quarter" idx="11"/>
          </p:nvPr>
        </p:nvSpPr>
        <p:spPr/>
        <p:txBody>
          <a:bodyPr/>
          <a:lstStyle/>
          <a:p>
            <a:r>
              <a:rPr lang="en-US"/>
              <a:t>presentation title</a:t>
            </a:r>
            <a:endParaRPr lang="en-US" dirty="0"/>
          </a:p>
        </p:txBody>
      </p:sp>
      <p:sp>
        <p:nvSpPr>
          <p:cNvPr id="11" name="Date Placeholder 10">
            <a:extLst>
              <a:ext uri="{FF2B5EF4-FFF2-40B4-BE49-F238E27FC236}">
                <a16:creationId xmlns:a16="http://schemas.microsoft.com/office/drawing/2014/main" id="{93EE5283-A2FA-275C-3EE4-D56B03AFAE90}"/>
              </a:ext>
            </a:extLst>
          </p:cNvPr>
          <p:cNvSpPr>
            <a:spLocks noGrp="1"/>
          </p:cNvSpPr>
          <p:nvPr>
            <p:ph type="dt" sz="half" idx="10"/>
          </p:nvPr>
        </p:nvSpPr>
        <p:spPr/>
        <p:txBody>
          <a:bodyPr/>
          <a:lstStyle/>
          <a:p>
            <a:r>
              <a:rPr lang="en-US"/>
              <a:t>20XX</a:t>
            </a:r>
            <a:endParaRPr lang="en-US" dirty="0"/>
          </a:p>
        </p:txBody>
      </p:sp>
      <p:pic>
        <p:nvPicPr>
          <p:cNvPr id="14" name="Picture 13">
            <a:extLst>
              <a:ext uri="{FF2B5EF4-FFF2-40B4-BE49-F238E27FC236}">
                <a16:creationId xmlns:a16="http://schemas.microsoft.com/office/drawing/2014/main" id="{D07AD809-633A-51C3-9251-35F7078AB79F}"/>
              </a:ext>
            </a:extLst>
          </p:cNvPr>
          <p:cNvPicPr>
            <a:picLocks noChangeAspect="1"/>
          </p:cNvPicPr>
          <p:nvPr/>
        </p:nvPicPr>
        <p:blipFill>
          <a:blip r:embed="rId2"/>
          <a:stretch>
            <a:fillRect/>
          </a:stretch>
        </p:blipFill>
        <p:spPr>
          <a:xfrm>
            <a:off x="1164833" y="2274094"/>
            <a:ext cx="4055981" cy="3319701"/>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DE120E1B-502F-1B53-3EBC-4485714173B5}"/>
              </a:ext>
            </a:extLst>
          </p:cNvPr>
          <p:cNvPicPr>
            <a:picLocks noChangeAspect="1"/>
          </p:cNvPicPr>
          <p:nvPr/>
        </p:nvPicPr>
        <p:blipFill>
          <a:blip r:embed="rId3"/>
          <a:stretch>
            <a:fillRect/>
          </a:stretch>
        </p:blipFill>
        <p:spPr>
          <a:xfrm>
            <a:off x="6475640" y="2249368"/>
            <a:ext cx="4621961" cy="2599034"/>
          </a:xfrm>
          <a:prstGeom prst="rect">
            <a:avLst/>
          </a:prstGeom>
        </p:spPr>
      </p:pic>
    </p:spTree>
    <p:extLst>
      <p:ext uri="{BB962C8B-B14F-4D97-AF65-F5344CB8AC3E}">
        <p14:creationId xmlns:p14="http://schemas.microsoft.com/office/powerpoint/2010/main" val="1584317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600DD-C096-F7BC-925A-DC582F39C994}"/>
              </a:ext>
            </a:extLst>
          </p:cNvPr>
          <p:cNvSpPr>
            <a:spLocks noGrp="1"/>
          </p:cNvSpPr>
          <p:nvPr>
            <p:ph type="title"/>
          </p:nvPr>
        </p:nvSpPr>
        <p:spPr/>
        <p:txBody>
          <a:bodyPr/>
          <a:lstStyle/>
          <a:p>
            <a:r>
              <a:rPr lang="vi-VN" b="1">
                <a:latin typeface="Times New Roman" panose="02020603050405020304" pitchFamily="18" charset="0"/>
                <a:cs typeface="Times New Roman" panose="02020603050405020304" pitchFamily="18" charset="0"/>
              </a:rPr>
              <a:t>Thực hành </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2E7A39-B655-882B-162B-EBD6E179CC26}"/>
              </a:ext>
            </a:extLst>
          </p:cNvPr>
          <p:cNvSpPr>
            <a:spLocks noGrp="1"/>
          </p:cNvSpPr>
          <p:nvPr>
            <p:ph idx="1"/>
          </p:nvPr>
        </p:nvSpPr>
        <p:spPr>
          <a:xfrm>
            <a:off x="429768" y="1534154"/>
            <a:ext cx="10890504" cy="4983480"/>
          </a:xfrm>
        </p:spPr>
        <p:txBody>
          <a:bodyPr/>
          <a:lstStyle/>
          <a:p>
            <a:pPr marL="0" indent="0">
              <a:buNone/>
            </a:pPr>
            <a:r>
              <a:rPr lang="vi-VN" sz="1600" b="1">
                <a:latin typeface="Times New Roman" panose="02020603050405020304" pitchFamily="18" charset="0"/>
                <a:cs typeface="Times New Roman" panose="02020603050405020304" pitchFamily="18" charset="0"/>
              </a:rPr>
              <a:t>1. Kiến trúc MobileNetV2 (Sandler et al., 2018)</a:t>
            </a:r>
            <a:endParaRPr lang="vi-VN" sz="1600">
              <a:latin typeface="Times New Roman" panose="02020603050405020304" pitchFamily="18" charset="0"/>
              <a:cs typeface="Times New Roman" panose="02020603050405020304" pitchFamily="18" charset="0"/>
            </a:endParaRPr>
          </a:p>
          <a:p>
            <a:r>
              <a:rPr lang="vi-VN" sz="1600">
                <a:latin typeface="Times New Roman" panose="02020603050405020304" pitchFamily="18" charset="0"/>
                <a:cs typeface="Times New Roman" panose="02020603050405020304" pitchFamily="18" charset="0"/>
              </a:rPr>
              <a:t>Là mạng CNN nhẹ, nhanh, tối ưu cho thiết bị di động/nhúng, vẫn giữ độ chính xác cao → phù hợp cho ứng dụng realtime như nhận diện cảm xúc.</a:t>
            </a:r>
          </a:p>
          <a:p>
            <a:pPr marL="0" indent="0">
              <a:buNone/>
            </a:pPr>
            <a:r>
              <a:rPr lang="vi-VN" sz="1600" b="1">
                <a:latin typeface="Times New Roman" panose="02020603050405020304" pitchFamily="18" charset="0"/>
                <a:cs typeface="Times New Roman" panose="02020603050405020304" pitchFamily="18" charset="0"/>
              </a:rPr>
              <a:t>2. Các ý tưởng chính trong kiến trúc:</a:t>
            </a:r>
            <a:endParaRPr lang="vi-VN" sz="1600">
              <a:latin typeface="Times New Roman" panose="02020603050405020304" pitchFamily="18" charset="0"/>
              <a:cs typeface="Times New Roman" panose="02020603050405020304" pitchFamily="18" charset="0"/>
            </a:endParaRPr>
          </a:p>
          <a:p>
            <a:r>
              <a:rPr lang="vi-VN" sz="1600" b="1">
                <a:latin typeface="Times New Roman" panose="02020603050405020304" pitchFamily="18" charset="0"/>
                <a:cs typeface="Times New Roman" panose="02020603050405020304" pitchFamily="18" charset="0"/>
              </a:rPr>
              <a:t>Depthwise Separable Convolution:</a:t>
            </a:r>
            <a:br>
              <a:rPr lang="vi-VN" sz="1600">
                <a:latin typeface="Times New Roman" panose="02020603050405020304" pitchFamily="18" charset="0"/>
                <a:cs typeface="Times New Roman" panose="02020603050405020304" pitchFamily="18" charset="0"/>
              </a:rPr>
            </a:br>
            <a:r>
              <a:rPr lang="vi-VN" sz="1600">
                <a:latin typeface="Times New Roman" panose="02020603050405020304" pitchFamily="18" charset="0"/>
                <a:cs typeface="Times New Roman" panose="02020603050405020304" pitchFamily="18" charset="0"/>
              </a:rPr>
              <a:t>→ Tách tích chập chuẩn thành 2 bước:</a:t>
            </a:r>
            <a:br>
              <a:rPr lang="vi-VN" sz="1600">
                <a:latin typeface="Times New Roman" panose="02020603050405020304" pitchFamily="18" charset="0"/>
                <a:cs typeface="Times New Roman" panose="02020603050405020304" pitchFamily="18" charset="0"/>
              </a:rPr>
            </a:br>
            <a:r>
              <a:rPr lang="vi-VN" sz="1600">
                <a:latin typeface="Times New Roman" panose="02020603050405020304" pitchFamily="18" charset="0"/>
                <a:cs typeface="Times New Roman" panose="02020603050405020304" pitchFamily="18" charset="0"/>
              </a:rPr>
              <a:t>(1) </a:t>
            </a:r>
            <a:r>
              <a:rPr lang="vi-VN" sz="1600" i="1">
                <a:latin typeface="Times New Roman" panose="02020603050405020304" pitchFamily="18" charset="0"/>
                <a:cs typeface="Times New Roman" panose="02020603050405020304" pitchFamily="18" charset="0"/>
              </a:rPr>
              <a:t>Depthwise conv</a:t>
            </a:r>
            <a:r>
              <a:rPr lang="vi-VN" sz="1600">
                <a:latin typeface="Times New Roman" panose="02020603050405020304" pitchFamily="18" charset="0"/>
                <a:cs typeface="Times New Roman" panose="02020603050405020304" pitchFamily="18" charset="0"/>
              </a:rPr>
              <a:t>: lọc riêng từng kênh.</a:t>
            </a:r>
            <a:br>
              <a:rPr lang="vi-VN" sz="1600">
                <a:latin typeface="Times New Roman" panose="02020603050405020304" pitchFamily="18" charset="0"/>
                <a:cs typeface="Times New Roman" panose="02020603050405020304" pitchFamily="18" charset="0"/>
              </a:rPr>
            </a:br>
            <a:r>
              <a:rPr lang="vi-VN" sz="1600">
                <a:latin typeface="Times New Roman" panose="02020603050405020304" pitchFamily="18" charset="0"/>
                <a:cs typeface="Times New Roman" panose="02020603050405020304" pitchFamily="18" charset="0"/>
              </a:rPr>
              <a:t>(2) </a:t>
            </a:r>
            <a:r>
              <a:rPr lang="vi-VN" sz="1600" i="1">
                <a:latin typeface="Times New Roman" panose="02020603050405020304" pitchFamily="18" charset="0"/>
                <a:cs typeface="Times New Roman" panose="02020603050405020304" pitchFamily="18" charset="0"/>
              </a:rPr>
              <a:t>Pointwise conv (1×1)</a:t>
            </a:r>
            <a:r>
              <a:rPr lang="vi-VN" sz="1600">
                <a:latin typeface="Times New Roman" panose="02020603050405020304" pitchFamily="18" charset="0"/>
                <a:cs typeface="Times New Roman" panose="02020603050405020304" pitchFamily="18" charset="0"/>
              </a:rPr>
              <a:t>: trộn các kênh lại.</a:t>
            </a:r>
            <a:br>
              <a:rPr lang="vi-VN" sz="1600">
                <a:latin typeface="Times New Roman" panose="02020603050405020304" pitchFamily="18" charset="0"/>
                <a:cs typeface="Times New Roman" panose="02020603050405020304" pitchFamily="18" charset="0"/>
              </a:rPr>
            </a:br>
            <a:r>
              <a:rPr lang="vi-VN" sz="1600">
                <a:latin typeface="Times New Roman" panose="02020603050405020304" pitchFamily="18" charset="0"/>
                <a:cs typeface="Times New Roman" panose="02020603050405020304" pitchFamily="18" charset="0"/>
              </a:rPr>
              <a:t>→ Giảm mạnh FLOPs và tham số, vẫn hiệu quả.</a:t>
            </a:r>
          </a:p>
          <a:p>
            <a:r>
              <a:rPr lang="vi-VN" sz="1600" b="1">
                <a:latin typeface="Times New Roman" panose="02020603050405020304" pitchFamily="18" charset="0"/>
                <a:cs typeface="Times New Roman" panose="02020603050405020304" pitchFamily="18" charset="0"/>
              </a:rPr>
              <a:t>Inverted Residuals:</a:t>
            </a:r>
            <a:br>
              <a:rPr lang="vi-VN" sz="1600">
                <a:latin typeface="Times New Roman" panose="02020603050405020304" pitchFamily="18" charset="0"/>
                <a:cs typeface="Times New Roman" panose="02020603050405020304" pitchFamily="18" charset="0"/>
              </a:rPr>
            </a:br>
            <a:r>
              <a:rPr lang="vi-VN" sz="1600">
                <a:latin typeface="Times New Roman" panose="02020603050405020304" pitchFamily="18" charset="0"/>
                <a:cs typeface="Times New Roman" panose="02020603050405020304" pitchFamily="18" charset="0"/>
              </a:rPr>
              <a:t>→ Thay vì “thu hẹp → mở rộng” như ResNet, MobileNetV2 dùng “</a:t>
            </a:r>
            <a:r>
              <a:rPr lang="vi-VN" sz="1600" b="1">
                <a:latin typeface="Times New Roman" panose="02020603050405020304" pitchFamily="18" charset="0"/>
                <a:cs typeface="Times New Roman" panose="02020603050405020304" pitchFamily="18" charset="0"/>
              </a:rPr>
              <a:t>mở rộng ở giữa → thu hẹp đầu/cuối</a:t>
            </a:r>
            <a:r>
              <a:rPr lang="vi-VN" sz="1600">
                <a:latin typeface="Times New Roman" panose="02020603050405020304" pitchFamily="18" charset="0"/>
                <a:cs typeface="Times New Roman" panose="02020603050405020304" pitchFamily="18" charset="0"/>
              </a:rPr>
              <a:t>”.</a:t>
            </a:r>
            <a:br>
              <a:rPr lang="vi-VN" sz="1600">
                <a:latin typeface="Times New Roman" panose="02020603050405020304" pitchFamily="18" charset="0"/>
                <a:cs typeface="Times New Roman" panose="02020603050405020304" pitchFamily="18" charset="0"/>
              </a:rPr>
            </a:br>
            <a:r>
              <a:rPr lang="vi-VN" sz="1600">
                <a:latin typeface="Times New Roman" panose="02020603050405020304" pitchFamily="18" charset="0"/>
                <a:cs typeface="Times New Roman" panose="02020603050405020304" pitchFamily="18" charset="0"/>
              </a:rPr>
              <a:t>→ Skip connection chỉ nối ở phần hẹp → tiết kiệm tính toán.</a:t>
            </a:r>
          </a:p>
          <a:p>
            <a:r>
              <a:rPr lang="vi-VN" sz="1600" b="1">
                <a:latin typeface="Times New Roman" panose="02020603050405020304" pitchFamily="18" charset="0"/>
                <a:cs typeface="Times New Roman" panose="02020603050405020304" pitchFamily="18" charset="0"/>
              </a:rPr>
              <a:t>Linear Bottlenecks:</a:t>
            </a:r>
            <a:br>
              <a:rPr lang="vi-VN" sz="1600">
                <a:latin typeface="Times New Roman" panose="02020603050405020304" pitchFamily="18" charset="0"/>
                <a:cs typeface="Times New Roman" panose="02020603050405020304" pitchFamily="18" charset="0"/>
              </a:rPr>
            </a:br>
            <a:r>
              <a:rPr lang="vi-VN" sz="1600">
                <a:latin typeface="Times New Roman" panose="02020603050405020304" pitchFamily="18" charset="0"/>
                <a:cs typeface="Times New Roman" panose="02020603050405020304" pitchFamily="18" charset="0"/>
              </a:rPr>
              <a:t>→ Không dùng ReLU trong phần hẹp để tránh mất thông tin, chỉ dùng phi tuyến ở phần mở rộng.</a:t>
            </a:r>
          </a:p>
          <a:p>
            <a:r>
              <a:rPr lang="vi-VN" sz="1600" b="1">
                <a:latin typeface="Times New Roman" panose="02020603050405020304" pitchFamily="18" charset="0"/>
                <a:cs typeface="Times New Roman" panose="02020603050405020304" pitchFamily="18" charset="0"/>
              </a:rPr>
              <a:t>Siêu tham số điều chỉnh:</a:t>
            </a:r>
            <a:endParaRPr lang="vi-VN" sz="1600">
              <a:latin typeface="Times New Roman" panose="02020603050405020304" pitchFamily="18" charset="0"/>
              <a:cs typeface="Times New Roman" panose="02020603050405020304" pitchFamily="18" charset="0"/>
            </a:endParaRPr>
          </a:p>
          <a:p>
            <a:pPr lvl="1"/>
            <a:r>
              <a:rPr lang="vi-VN" sz="1600" i="1">
                <a:latin typeface="Times New Roman" panose="02020603050405020304" pitchFamily="18" charset="0"/>
                <a:cs typeface="Times New Roman" panose="02020603050405020304" pitchFamily="18" charset="0"/>
              </a:rPr>
              <a:t>Width multiplier (</a:t>
            </a:r>
            <a:r>
              <a:rPr lang="el-GR" sz="1600" i="1">
                <a:latin typeface="Times New Roman" panose="02020603050405020304" pitchFamily="18" charset="0"/>
                <a:cs typeface="Times New Roman" panose="02020603050405020304" pitchFamily="18" charset="0"/>
              </a:rPr>
              <a:t>α):</a:t>
            </a:r>
            <a:r>
              <a:rPr lang="el-GR" sz="1600">
                <a:latin typeface="Times New Roman" panose="02020603050405020304" pitchFamily="18" charset="0"/>
                <a:cs typeface="Times New Roman" panose="02020603050405020304" pitchFamily="18" charset="0"/>
              </a:rPr>
              <a:t> </a:t>
            </a:r>
            <a:r>
              <a:rPr lang="vi-VN" sz="1600">
                <a:latin typeface="Times New Roman" panose="02020603050405020304" pitchFamily="18" charset="0"/>
                <a:cs typeface="Times New Roman" panose="02020603050405020304" pitchFamily="18" charset="0"/>
              </a:rPr>
              <a:t>điều chỉnh số kênh (tốc độ ↔ chính xác).</a:t>
            </a:r>
          </a:p>
          <a:p>
            <a:pPr lvl="1"/>
            <a:r>
              <a:rPr lang="vi-VN" sz="1600" i="1">
                <a:latin typeface="Times New Roman" panose="02020603050405020304" pitchFamily="18" charset="0"/>
                <a:cs typeface="Times New Roman" panose="02020603050405020304" pitchFamily="18" charset="0"/>
              </a:rPr>
              <a:t>Resolution:</a:t>
            </a:r>
            <a:r>
              <a:rPr lang="vi-VN" sz="1600">
                <a:latin typeface="Times New Roman" panose="02020603050405020304" pitchFamily="18" charset="0"/>
                <a:cs typeface="Times New Roman" panose="02020603050405020304" pitchFamily="18" charset="0"/>
              </a:rPr>
              <a:t> ảnh nhỏ hơn → nhanh hơn nhưng giảm chính xác.</a:t>
            </a:r>
            <a:br>
              <a:rPr lang="vi-VN" sz="1600">
                <a:latin typeface="Times New Roman" panose="02020603050405020304" pitchFamily="18" charset="0"/>
                <a:cs typeface="Times New Roman" panose="02020603050405020304" pitchFamily="18" charset="0"/>
              </a:rPr>
            </a:br>
            <a:r>
              <a:rPr lang="vi-VN" sz="1600">
                <a:latin typeface="Times New Roman" panose="02020603050405020304" pitchFamily="18" charset="0"/>
                <a:cs typeface="Times New Roman" panose="02020603050405020304" pitchFamily="18" charset="0"/>
              </a:rPr>
              <a:t>→ Dùng ảnh 96×96 thay vì 224×224 để tăng tốc, đủ tốt cho FER2013.</a:t>
            </a:r>
          </a:p>
          <a:p>
            <a:endParaRPr lang="en-US" sz="1600"/>
          </a:p>
        </p:txBody>
      </p:sp>
      <p:sp>
        <p:nvSpPr>
          <p:cNvPr id="4" name="Slide Number Placeholder 3">
            <a:extLst>
              <a:ext uri="{FF2B5EF4-FFF2-40B4-BE49-F238E27FC236}">
                <a16:creationId xmlns:a16="http://schemas.microsoft.com/office/drawing/2014/main" id="{C28BB8C6-C17A-6602-051E-72FF8B6E0850}"/>
              </a:ext>
            </a:extLst>
          </p:cNvPr>
          <p:cNvSpPr>
            <a:spLocks noGrp="1"/>
          </p:cNvSpPr>
          <p:nvPr>
            <p:ph type="sldNum" sz="quarter" idx="12"/>
          </p:nvPr>
        </p:nvSpPr>
        <p:spPr/>
        <p:txBody>
          <a:bodyPr/>
          <a:lstStyle/>
          <a:p>
            <a:fld id="{84D792B7-0397-C047-AE12-1A03F7E3DC83}" type="slidenum">
              <a:rPr lang="en-US" smtClean="0"/>
              <a:t>18</a:t>
            </a:fld>
            <a:endParaRPr lang="en-US" dirty="0"/>
          </a:p>
        </p:txBody>
      </p:sp>
      <p:sp>
        <p:nvSpPr>
          <p:cNvPr id="5" name="Footer Placeholder 4">
            <a:extLst>
              <a:ext uri="{FF2B5EF4-FFF2-40B4-BE49-F238E27FC236}">
                <a16:creationId xmlns:a16="http://schemas.microsoft.com/office/drawing/2014/main" id="{036AAF38-C86C-CD63-D485-D468A52013EE}"/>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BE8C2127-3AAC-B775-EF23-277623B259F3}"/>
              </a:ext>
            </a:extLst>
          </p:cNvPr>
          <p:cNvSpPr>
            <a:spLocks noGrp="1"/>
          </p:cNvSpPr>
          <p:nvPr>
            <p:ph type="dt" sz="half" idx="10"/>
          </p:nvPr>
        </p:nvSpPr>
        <p:spPr/>
        <p:txBody>
          <a:bodyPr/>
          <a:lstStyle/>
          <a:p>
            <a:r>
              <a:rPr lang="en-US"/>
              <a:t>20XX</a:t>
            </a:r>
            <a:endParaRPr lang="en-US" dirty="0"/>
          </a:p>
        </p:txBody>
      </p:sp>
      <p:sp>
        <p:nvSpPr>
          <p:cNvPr id="7" name="TextBox 6">
            <a:extLst>
              <a:ext uri="{FF2B5EF4-FFF2-40B4-BE49-F238E27FC236}">
                <a16:creationId xmlns:a16="http://schemas.microsoft.com/office/drawing/2014/main" id="{DAA45F46-C509-6519-D3E1-5153F0A179C7}"/>
              </a:ext>
            </a:extLst>
          </p:cNvPr>
          <p:cNvSpPr txBox="1"/>
          <p:nvPr/>
        </p:nvSpPr>
        <p:spPr>
          <a:xfrm>
            <a:off x="984337" y="752449"/>
            <a:ext cx="10113264" cy="1015663"/>
          </a:xfrm>
          <a:prstGeom prst="rect">
            <a:avLst/>
          </a:prstGeom>
          <a:noFill/>
        </p:spPr>
        <p:txBody>
          <a:bodyPr wrap="square" rtlCol="0">
            <a:spAutoFit/>
          </a:bodyPr>
          <a:lstStyle/>
          <a:p>
            <a:r>
              <a:rPr lang="vi-VN" sz="2000" b="1">
                <a:latin typeface="Times New Roman" panose="02020603050405020304" pitchFamily="18" charset="0"/>
                <a:cs typeface="Times New Roman" panose="02020603050405020304" pitchFamily="18" charset="0"/>
              </a:rPr>
              <a:t> </a:t>
            </a:r>
            <a:endParaRPr lang="en-US" sz="2000">
              <a:latin typeface="Times New Roman" panose="02020603050405020304" pitchFamily="18" charset="0"/>
              <a:cs typeface="Times New Roman" panose="02020603050405020304" pitchFamily="18" charset="0"/>
            </a:endParaRPr>
          </a:p>
          <a:p>
            <a:r>
              <a:rPr lang="vi-VN" sz="2000" b="1">
                <a:latin typeface="Times New Roman" panose="02020603050405020304" pitchFamily="18" charset="0"/>
                <a:cs typeface="Times New Roman" panose="02020603050405020304" pitchFamily="18" charset="0"/>
              </a:rPr>
              <a:t>Đ</a:t>
            </a:r>
            <a:r>
              <a:rPr lang="en-US" sz="2000" b="1">
                <a:latin typeface="Times New Roman" panose="02020603050405020304" pitchFamily="18" charset="0"/>
                <a:cs typeface="Times New Roman" panose="02020603050405020304" pitchFamily="18" charset="0"/>
              </a:rPr>
              <a:t>ề tài: </a:t>
            </a:r>
            <a:r>
              <a:rPr lang="en-US" sz="2000" b="1" i="1">
                <a:latin typeface="Times New Roman" panose="02020603050405020304" pitchFamily="18" charset="0"/>
                <a:cs typeface="Times New Roman" panose="02020603050405020304" pitchFamily="18" charset="0"/>
              </a:rPr>
              <a:t>Nhận diện khuôn mặt &amp; phân loại cảm xúc bằng OpenCV + Deep Learning</a:t>
            </a:r>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2322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E3F74-581D-490A-8C4B-77A6A382B1A3}"/>
              </a:ext>
            </a:extLst>
          </p:cNvPr>
          <p:cNvSpPr>
            <a:spLocks noGrp="1"/>
          </p:cNvSpPr>
          <p:nvPr>
            <p:ph type="title"/>
          </p:nvPr>
        </p:nvSpPr>
        <p:spPr/>
        <p:txBody>
          <a:bodyPr/>
          <a:lstStyle/>
          <a:p>
            <a:r>
              <a:rPr lang="vi-VN" b="1">
                <a:latin typeface="Times New Roman" panose="02020603050405020304" pitchFamily="18" charset="0"/>
                <a:cs typeface="Times New Roman" panose="02020603050405020304" pitchFamily="18" charset="0"/>
              </a:rPr>
              <a:t>Thực hành </a:t>
            </a:r>
            <a:endParaRPr lang="en-US"/>
          </a:p>
        </p:txBody>
      </p:sp>
      <p:sp>
        <p:nvSpPr>
          <p:cNvPr id="3" name="Content Placeholder 2">
            <a:extLst>
              <a:ext uri="{FF2B5EF4-FFF2-40B4-BE49-F238E27FC236}">
                <a16:creationId xmlns:a16="http://schemas.microsoft.com/office/drawing/2014/main" id="{1820EF8F-B4DF-ABBD-4F8B-2C1DA288B38B}"/>
              </a:ext>
            </a:extLst>
          </p:cNvPr>
          <p:cNvSpPr>
            <a:spLocks noGrp="1"/>
          </p:cNvSpPr>
          <p:nvPr>
            <p:ph idx="1"/>
          </p:nvPr>
        </p:nvSpPr>
        <p:spPr>
          <a:xfrm>
            <a:off x="356616" y="1024128"/>
            <a:ext cx="5193792" cy="4197096"/>
          </a:xfrm>
        </p:spPr>
        <p:txBody>
          <a:bodyPr/>
          <a:lstStyle/>
          <a:p>
            <a:pPr marL="0" indent="0">
              <a:buNone/>
            </a:pPr>
            <a:r>
              <a:rPr lang="vi-VN" sz="1700" b="1">
                <a:latin typeface="Times New Roman" panose="02020603050405020304" pitchFamily="18" charset="0"/>
                <a:cs typeface="Times New Roman" panose="02020603050405020304" pitchFamily="18" charset="0"/>
              </a:rPr>
              <a:t>3. Quy trình áp dụng cho FER2013:</a:t>
            </a:r>
            <a:endParaRPr lang="vi-VN" sz="1700">
              <a:latin typeface="Times New Roman" panose="02020603050405020304" pitchFamily="18" charset="0"/>
              <a:cs typeface="Times New Roman" panose="02020603050405020304" pitchFamily="18" charset="0"/>
            </a:endParaRPr>
          </a:p>
          <a:p>
            <a:pPr marL="0" indent="0">
              <a:buNone/>
            </a:pPr>
            <a:r>
              <a:rPr lang="vi-VN" sz="1700" b="1">
                <a:latin typeface="Times New Roman" panose="02020603050405020304" pitchFamily="18" charset="0"/>
                <a:cs typeface="Times New Roman" panose="02020603050405020304" pitchFamily="18" charset="0"/>
              </a:rPr>
              <a:t>Bước 1 — Chuẩn hóa dữ liệu</a:t>
            </a:r>
            <a:endParaRPr lang="vi-VN" sz="1700">
              <a:latin typeface="Times New Roman" panose="02020603050405020304" pitchFamily="18" charset="0"/>
              <a:cs typeface="Times New Roman" panose="02020603050405020304" pitchFamily="18" charset="0"/>
            </a:endParaRPr>
          </a:p>
          <a:p>
            <a:pPr marL="0" indent="0">
              <a:buNone/>
            </a:pPr>
            <a:r>
              <a:rPr lang="vi-VN" sz="1700">
                <a:latin typeface="Times New Roman" panose="02020603050405020304" pitchFamily="18" charset="0"/>
                <a:cs typeface="Times New Roman" panose="02020603050405020304" pitchFamily="18" charset="0"/>
              </a:rPr>
              <a:t>Ảnh FER2013: 48×48 grayscale → chuyển sang RGB (R=G=B), resize thành 96×96.</a:t>
            </a:r>
          </a:p>
          <a:p>
            <a:r>
              <a:rPr lang="vi-VN" sz="1700">
                <a:latin typeface="Times New Roman" panose="02020603050405020304" pitchFamily="18" charset="0"/>
                <a:cs typeface="Times New Roman" panose="02020603050405020304" pitchFamily="18" charset="0"/>
              </a:rPr>
              <a:t>Chuẩn hóa dữ liệu theo 2 cách:</a:t>
            </a:r>
          </a:p>
          <a:p>
            <a:pPr lvl="1"/>
            <a:r>
              <a:rPr lang="vi-VN" sz="1700" i="1">
                <a:latin typeface="Times New Roman" panose="02020603050405020304" pitchFamily="18" charset="0"/>
                <a:cs typeface="Times New Roman" panose="02020603050405020304" pitchFamily="18" charset="0"/>
              </a:rPr>
              <a:t>Cách A:</a:t>
            </a:r>
            <a:r>
              <a:rPr lang="vi-VN" sz="1700">
                <a:latin typeface="Times New Roman" panose="02020603050405020304" pitchFamily="18" charset="0"/>
                <a:cs typeface="Times New Roman" panose="02020603050405020304" pitchFamily="18" charset="0"/>
              </a:rPr>
              <a:t> mobilenet_v2.preprocess_input → scale về [-1, 1].</a:t>
            </a:r>
          </a:p>
          <a:p>
            <a:pPr lvl="1"/>
            <a:r>
              <a:rPr lang="vi-VN" sz="1700" i="1">
                <a:latin typeface="Times New Roman" panose="02020603050405020304" pitchFamily="18" charset="0"/>
                <a:cs typeface="Times New Roman" panose="02020603050405020304" pitchFamily="18" charset="0"/>
              </a:rPr>
              <a:t>Cách B:</a:t>
            </a:r>
            <a:r>
              <a:rPr lang="vi-VN" sz="1700">
                <a:latin typeface="Times New Roman" panose="02020603050405020304" pitchFamily="18" charset="0"/>
                <a:cs typeface="Times New Roman" panose="02020603050405020304" pitchFamily="18" charset="0"/>
              </a:rPr>
              <a:t> rescale = 1./255 rồi fine-tune → vẫn ổn.</a:t>
            </a:r>
            <a:endParaRPr lang="vi-VN" sz="1700" b="1">
              <a:latin typeface="Times New Roman" panose="02020603050405020304" pitchFamily="18" charset="0"/>
              <a:cs typeface="Times New Roman" panose="02020603050405020304" pitchFamily="18" charset="0"/>
            </a:endParaRPr>
          </a:p>
          <a:p>
            <a:pPr marL="0" indent="0">
              <a:buNone/>
            </a:pPr>
            <a:r>
              <a:rPr lang="vi-VN" sz="1700" b="1">
                <a:latin typeface="Times New Roman" panose="02020603050405020304" pitchFamily="18" charset="0"/>
                <a:cs typeface="Times New Roman" panose="02020603050405020304" pitchFamily="18" charset="0"/>
              </a:rPr>
              <a:t>Bước 2 — Data Augmentation vừa đủ</a:t>
            </a:r>
            <a:endParaRPr lang="vi-VN" sz="1700">
              <a:latin typeface="Times New Roman" panose="02020603050405020304" pitchFamily="18" charset="0"/>
              <a:cs typeface="Times New Roman" panose="02020603050405020304" pitchFamily="18" charset="0"/>
            </a:endParaRPr>
          </a:p>
          <a:p>
            <a:pPr marL="0" indent="0">
              <a:buNone/>
            </a:pPr>
            <a:r>
              <a:rPr lang="vi-VN" sz="1700">
                <a:latin typeface="Times New Roman" panose="02020603050405020304" pitchFamily="18" charset="0"/>
                <a:cs typeface="Times New Roman" panose="02020603050405020304" pitchFamily="18" charset="0"/>
              </a:rPr>
              <a:t>Các phép biến đổi nhẹ:</a:t>
            </a:r>
          </a:p>
          <a:p>
            <a:pPr lvl="1"/>
            <a:r>
              <a:rPr lang="vi-VN" sz="1700">
                <a:latin typeface="Times New Roman" panose="02020603050405020304" pitchFamily="18" charset="0"/>
                <a:cs typeface="Times New Roman" panose="02020603050405020304" pitchFamily="18" charset="0"/>
              </a:rPr>
              <a:t>Xoay ≤ 15°, tịnh tiến/zoom ≤ 15%, lật ngang, thay đổi sáng (0.85–1.15).</a:t>
            </a:r>
          </a:p>
          <a:p>
            <a:pPr lvl="1"/>
            <a:r>
              <a:rPr lang="vi-VN" sz="1700">
                <a:latin typeface="Times New Roman" panose="02020603050405020304" pitchFamily="18" charset="0"/>
                <a:cs typeface="Times New Roman" panose="02020603050405020304" pitchFamily="18" charset="0"/>
              </a:rPr>
              <a:t>Tránh augment quá mạnh làm biến dạng biểu cảm.</a:t>
            </a:r>
          </a:p>
          <a:p>
            <a:endParaRPr lang="en-US" sz="1700"/>
          </a:p>
        </p:txBody>
      </p:sp>
      <p:sp>
        <p:nvSpPr>
          <p:cNvPr id="4" name="Slide Number Placeholder 3">
            <a:extLst>
              <a:ext uri="{FF2B5EF4-FFF2-40B4-BE49-F238E27FC236}">
                <a16:creationId xmlns:a16="http://schemas.microsoft.com/office/drawing/2014/main" id="{FE3455D8-8140-2847-7541-E4B453D714BA}"/>
              </a:ext>
            </a:extLst>
          </p:cNvPr>
          <p:cNvSpPr>
            <a:spLocks noGrp="1"/>
          </p:cNvSpPr>
          <p:nvPr>
            <p:ph type="sldNum" sz="quarter" idx="12"/>
          </p:nvPr>
        </p:nvSpPr>
        <p:spPr/>
        <p:txBody>
          <a:bodyPr/>
          <a:lstStyle/>
          <a:p>
            <a:fld id="{84D792B7-0397-C047-AE12-1A03F7E3DC83}" type="slidenum">
              <a:rPr lang="en-US" smtClean="0"/>
              <a:t>19</a:t>
            </a:fld>
            <a:endParaRPr lang="en-US" dirty="0"/>
          </a:p>
        </p:txBody>
      </p:sp>
      <p:sp>
        <p:nvSpPr>
          <p:cNvPr id="5" name="Footer Placeholder 4">
            <a:extLst>
              <a:ext uri="{FF2B5EF4-FFF2-40B4-BE49-F238E27FC236}">
                <a16:creationId xmlns:a16="http://schemas.microsoft.com/office/drawing/2014/main" id="{89B4955A-860B-1075-3299-8C0B1B77AAFE}"/>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88B088DF-1AF0-798A-A66F-94ACB7FDD10E}"/>
              </a:ext>
            </a:extLst>
          </p:cNvPr>
          <p:cNvSpPr>
            <a:spLocks noGrp="1"/>
          </p:cNvSpPr>
          <p:nvPr>
            <p:ph type="dt" sz="half" idx="10"/>
          </p:nvPr>
        </p:nvSpPr>
        <p:spPr/>
        <p:txBody>
          <a:bodyPr/>
          <a:lstStyle/>
          <a:p>
            <a:r>
              <a:rPr lang="en-US"/>
              <a:t>20XX</a:t>
            </a:r>
            <a:endParaRPr lang="en-US" dirty="0"/>
          </a:p>
        </p:txBody>
      </p:sp>
      <p:sp>
        <p:nvSpPr>
          <p:cNvPr id="8" name="TextBox 7">
            <a:extLst>
              <a:ext uri="{FF2B5EF4-FFF2-40B4-BE49-F238E27FC236}">
                <a16:creationId xmlns:a16="http://schemas.microsoft.com/office/drawing/2014/main" id="{8CDD7CAD-D938-D39E-EC32-399BD3807D08}"/>
              </a:ext>
            </a:extLst>
          </p:cNvPr>
          <p:cNvSpPr txBox="1"/>
          <p:nvPr/>
        </p:nvSpPr>
        <p:spPr>
          <a:xfrm>
            <a:off x="5550408" y="1170825"/>
            <a:ext cx="6284976" cy="5632311"/>
          </a:xfrm>
          <a:prstGeom prst="rect">
            <a:avLst/>
          </a:prstGeom>
          <a:noFill/>
        </p:spPr>
        <p:txBody>
          <a:bodyPr wrap="square" rtlCol="0">
            <a:spAutoFit/>
          </a:bodyPr>
          <a:lstStyle/>
          <a:p>
            <a:pPr marL="285750" indent="-285750">
              <a:buFont typeface="Arial" panose="020B0604020202020204" pitchFamily="34" charset="0"/>
              <a:buChar char="•"/>
            </a:pPr>
            <a:endParaRPr lang="vi-VN" sz="1600" b="1">
              <a:latin typeface="Times New Roman" panose="02020603050405020304" pitchFamily="18" charset="0"/>
              <a:cs typeface="Times New Roman" panose="02020603050405020304" pitchFamily="18" charset="0"/>
            </a:endParaRPr>
          </a:p>
          <a:p>
            <a:pPr>
              <a:lnSpc>
                <a:spcPct val="150000"/>
              </a:lnSpc>
            </a:pPr>
            <a:r>
              <a:rPr lang="vi-VN" sz="1600" b="1">
                <a:latin typeface="Times New Roman" panose="02020603050405020304" pitchFamily="18" charset="0"/>
                <a:cs typeface="Times New Roman" panose="02020603050405020304" pitchFamily="18" charset="0"/>
              </a:rPr>
              <a:t>Bước 3 — Huấn luyện hai pha</a:t>
            </a:r>
            <a:endParaRPr lang="vi-VN" sz="1600">
              <a:latin typeface="Times New Roman" panose="02020603050405020304" pitchFamily="18" charset="0"/>
              <a:cs typeface="Times New Roman" panose="02020603050405020304" pitchFamily="18" charset="0"/>
            </a:endParaRPr>
          </a:p>
          <a:p>
            <a:pPr>
              <a:lnSpc>
                <a:spcPct val="150000"/>
              </a:lnSpc>
            </a:pPr>
            <a:r>
              <a:rPr lang="vi-VN" sz="1600" b="1">
                <a:latin typeface="Times New Roman" panose="02020603050405020304" pitchFamily="18" charset="0"/>
                <a:cs typeface="Times New Roman" panose="02020603050405020304" pitchFamily="18" charset="0"/>
              </a:rPr>
              <a:t>       Phase 1 – Đóng băng backbone:</a:t>
            </a:r>
            <a:endParaRPr lang="vi-VN" sz="160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Freeze toàn bộ (hoặc gần hết MobileNetV2).</a:t>
            </a:r>
          </a:p>
          <a:p>
            <a:pPr marL="742950" lvl="1"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Huấn luyện head: GAP → Dense(256) → Dropout → Softmax.</a:t>
            </a:r>
          </a:p>
          <a:p>
            <a:pPr marL="742950" lvl="1"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Learning rate: 1e-3 hoặc 1e-4, huấn luyện 5–10 epoch.</a:t>
            </a:r>
          </a:p>
          <a:p>
            <a:r>
              <a:rPr lang="vi-VN" sz="1600" b="1">
                <a:latin typeface="Times New Roman" panose="02020603050405020304" pitchFamily="18" charset="0"/>
                <a:cs typeface="Times New Roman" panose="02020603050405020304" pitchFamily="18" charset="0"/>
              </a:rPr>
              <a:t>       Phase 2 – Fine-tune nông:</a:t>
            </a:r>
            <a:endParaRPr lang="vi-VN" sz="160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Mở ~10–20 lớp cuối MobileNetV2.</a:t>
            </a:r>
          </a:p>
          <a:p>
            <a:pPr marL="742950" lvl="1"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Giảm LR (1e-4 → 1e-5).</a:t>
            </a:r>
          </a:p>
          <a:p>
            <a:pPr marL="742950" lvl="1"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Dùng ReduceLROnPlateau và EarlyStopping.</a:t>
            </a:r>
          </a:p>
          <a:p>
            <a:pPr marL="742950" lvl="1"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Tổng ~20–40 epoch (tùy dừng sớm).</a:t>
            </a:r>
          </a:p>
          <a:p>
            <a:pPr marL="742950" lvl="1"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Cấu hình hiện tại: đóng phần lớn, mở ~20 lớp cuối từ đầu, LR thấp.</a:t>
            </a:r>
          </a:p>
          <a:p>
            <a:pPr>
              <a:lnSpc>
                <a:spcPct val="150000"/>
              </a:lnSpc>
            </a:pPr>
            <a:r>
              <a:rPr lang="vi-VN" sz="1600" b="1">
                <a:latin typeface="Times New Roman" panose="02020603050405020304" pitchFamily="18" charset="0"/>
                <a:cs typeface="Times New Roman" panose="02020603050405020304" pitchFamily="18" charset="0"/>
              </a:rPr>
              <a:t>Bước 4 — Cân bằng lớp &amp; đánh giá</a:t>
            </a:r>
            <a:endParaRPr lang="vi-VN" sz="160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FER2013 mất cân bằng lớp → dùng class_weight hoặc oversampling nhẹ cho lớp hiếm (Disgust, Fear, Surprise).</a:t>
            </a:r>
          </a:p>
          <a:p>
            <a:pPr marL="285750" indent="-285750">
              <a:lnSpc>
                <a:spcPct val="150000"/>
              </a:lnSpc>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Báo cáo Confusion Matrix &amp; Classification Report để xem nhầm lẫn giữa các cảm xúc (ví dụ: Happy ↔ Neutral, Fear ↔ Surprise).</a:t>
            </a:r>
          </a:p>
          <a:p>
            <a:pPr marL="285750" indent="-285750">
              <a:buFont typeface="Arial" panose="020B0604020202020204" pitchFamily="34" charset="0"/>
              <a:buChar char="•"/>
            </a:pPr>
            <a:endParaRPr lang="en-US" sz="1600"/>
          </a:p>
        </p:txBody>
      </p:sp>
    </p:spTree>
    <p:extLst>
      <p:ext uri="{BB962C8B-B14F-4D97-AF65-F5344CB8AC3E}">
        <p14:creationId xmlns:p14="http://schemas.microsoft.com/office/powerpoint/2010/main" val="2934035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C0689-915F-4AAC-6630-4AE08B1DD14F}"/>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Chi tiết code thực hành</a:t>
            </a:r>
          </a:p>
        </p:txBody>
      </p:sp>
      <p:sp>
        <p:nvSpPr>
          <p:cNvPr id="3" name="Content Placeholder 2">
            <a:extLst>
              <a:ext uri="{FF2B5EF4-FFF2-40B4-BE49-F238E27FC236}">
                <a16:creationId xmlns:a16="http://schemas.microsoft.com/office/drawing/2014/main" id="{BED42A08-4B51-8BC6-92DB-D4DC3B7EC64E}"/>
              </a:ext>
            </a:extLst>
          </p:cNvPr>
          <p:cNvSpPr>
            <a:spLocks noGrp="1"/>
          </p:cNvSpPr>
          <p:nvPr>
            <p:ph idx="1"/>
          </p:nvPr>
        </p:nvSpPr>
        <p:spPr>
          <a:xfrm>
            <a:off x="978408" y="1444752"/>
            <a:ext cx="10287000" cy="4562856"/>
          </a:xfrm>
        </p:spPr>
        <p:txBody>
          <a:bodyPr/>
          <a:lstStyle/>
          <a:p>
            <a:pPr marL="0" indent="0">
              <a:buNone/>
            </a:pPr>
            <a:r>
              <a:rPr lang="vi-VN" sz="2000" b="1">
                <a:latin typeface="Times New Roman" panose="02020603050405020304" pitchFamily="18" charset="0"/>
                <a:cs typeface="Times New Roman" panose="02020603050405020304" pitchFamily="18" charset="0"/>
              </a:rPr>
              <a:t>1.</a:t>
            </a:r>
            <a:r>
              <a:rPr lang="en-US" sz="2000" b="1">
                <a:latin typeface="Times New Roman" panose="02020603050405020304" pitchFamily="18" charset="0"/>
                <a:cs typeface="Times New Roman" panose="02020603050405020304" pitchFamily="18" charset="0"/>
              </a:rPr>
              <a:t>Khai báo thư viện</a:t>
            </a:r>
          </a:p>
          <a:p>
            <a:pPr marL="0" indent="0">
              <a:buNone/>
            </a:pPr>
            <a:endParaRPr lang="en-US"/>
          </a:p>
        </p:txBody>
      </p:sp>
      <p:sp>
        <p:nvSpPr>
          <p:cNvPr id="4" name="Slide Number Placeholder 3">
            <a:extLst>
              <a:ext uri="{FF2B5EF4-FFF2-40B4-BE49-F238E27FC236}">
                <a16:creationId xmlns:a16="http://schemas.microsoft.com/office/drawing/2014/main" id="{BF9787BC-0CEC-7A5F-ECAC-8D4522C22249}"/>
              </a:ext>
            </a:extLst>
          </p:cNvPr>
          <p:cNvSpPr>
            <a:spLocks noGrp="1"/>
          </p:cNvSpPr>
          <p:nvPr>
            <p:ph type="sldNum" sz="quarter" idx="12"/>
          </p:nvPr>
        </p:nvSpPr>
        <p:spPr/>
        <p:txBody>
          <a:bodyPr/>
          <a:lstStyle/>
          <a:p>
            <a:fld id="{84D792B7-0397-C047-AE12-1A03F7E3DC83}" type="slidenum">
              <a:rPr lang="en-US" smtClean="0"/>
              <a:t>20</a:t>
            </a:fld>
            <a:endParaRPr lang="en-US" dirty="0"/>
          </a:p>
        </p:txBody>
      </p:sp>
      <p:sp>
        <p:nvSpPr>
          <p:cNvPr id="5" name="Footer Placeholder 4">
            <a:extLst>
              <a:ext uri="{FF2B5EF4-FFF2-40B4-BE49-F238E27FC236}">
                <a16:creationId xmlns:a16="http://schemas.microsoft.com/office/drawing/2014/main" id="{70FCEC45-68C3-5F33-3021-64A497778F91}"/>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C792A3A7-A784-DEAB-7116-D5E63E37CCCD}"/>
              </a:ext>
            </a:extLst>
          </p:cNvPr>
          <p:cNvSpPr>
            <a:spLocks noGrp="1"/>
          </p:cNvSpPr>
          <p:nvPr>
            <p:ph type="dt" sz="half" idx="10"/>
          </p:nvPr>
        </p:nvSpPr>
        <p:spPr/>
        <p:txBody>
          <a:bodyPr/>
          <a:lstStyle/>
          <a:p>
            <a:r>
              <a:rPr lang="en-US"/>
              <a:t>20XX</a:t>
            </a:r>
            <a:endParaRPr lang="en-US" dirty="0"/>
          </a:p>
        </p:txBody>
      </p:sp>
      <p:pic>
        <p:nvPicPr>
          <p:cNvPr id="8" name="Picture 7">
            <a:extLst>
              <a:ext uri="{FF2B5EF4-FFF2-40B4-BE49-F238E27FC236}">
                <a16:creationId xmlns:a16="http://schemas.microsoft.com/office/drawing/2014/main" id="{781A8B96-29F1-2E8F-160B-1EBB43609C01}"/>
              </a:ext>
            </a:extLst>
          </p:cNvPr>
          <p:cNvPicPr>
            <a:picLocks noChangeAspect="1"/>
          </p:cNvPicPr>
          <p:nvPr/>
        </p:nvPicPr>
        <p:blipFill>
          <a:blip r:embed="rId2"/>
          <a:stretch>
            <a:fillRect/>
          </a:stretch>
        </p:blipFill>
        <p:spPr>
          <a:xfrm>
            <a:off x="4223765" y="1444752"/>
            <a:ext cx="6873836" cy="1867062"/>
          </a:xfrm>
          <a:prstGeom prst="rect">
            <a:avLst/>
          </a:prstGeom>
        </p:spPr>
      </p:pic>
      <p:sp>
        <p:nvSpPr>
          <p:cNvPr id="9" name="TextBox 8">
            <a:extLst>
              <a:ext uri="{FF2B5EF4-FFF2-40B4-BE49-F238E27FC236}">
                <a16:creationId xmlns:a16="http://schemas.microsoft.com/office/drawing/2014/main" id="{4E8F80A7-1695-E372-979E-80DDB8ED87B9}"/>
              </a:ext>
            </a:extLst>
          </p:cNvPr>
          <p:cNvSpPr txBox="1"/>
          <p:nvPr/>
        </p:nvSpPr>
        <p:spPr>
          <a:xfrm>
            <a:off x="1276516" y="3248982"/>
            <a:ext cx="8754154" cy="3268652"/>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TensorFlow/Keras: dùng để xây dựng và huấn luyện mô hình.</a:t>
            </a:r>
          </a:p>
          <a:p>
            <a:pPr marL="285750" lvl="0" indent="-28575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ImageDataGenerator: sinh dữ liệu có augmentation (xoay, lật, zoom…).</a:t>
            </a:r>
          </a:p>
          <a:p>
            <a:pPr marL="285750" lvl="0" indent="-28575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MobileNetV2: mô hình CNN nhẹ, pretrained trên ImageNet.</a:t>
            </a:r>
          </a:p>
          <a:p>
            <a:pPr marL="285750" lvl="0" indent="-28575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Model, Layer: để xây dựng kiến trúc mạng mới.</a:t>
            </a:r>
          </a:p>
          <a:p>
            <a:pPr marL="285750" lvl="0" indent="-28575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Callbacks: giúp tự động lưu model, giảm learning rate, dừng sớm khi overfitting.</a:t>
            </a:r>
          </a:p>
          <a:p>
            <a:pPr marL="285750" lvl="0" indent="-28575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Matplotlib: vẽ đồ thị.</a:t>
            </a:r>
          </a:p>
          <a:p>
            <a:pPr marL="285750" lvl="0" indent="-28575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Sklearn: đánh giá mô hình bằng confusion matrix &amp; classification report.</a:t>
            </a:r>
          </a:p>
        </p:txBody>
      </p:sp>
    </p:spTree>
    <p:extLst>
      <p:ext uri="{BB962C8B-B14F-4D97-AF65-F5344CB8AC3E}">
        <p14:creationId xmlns:p14="http://schemas.microsoft.com/office/powerpoint/2010/main" val="2263753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99FCD-13C2-FF4D-53BE-C3FC4D92E9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DC6B5-F6B9-3528-1B7B-EEA05B5142B4}"/>
              </a:ext>
            </a:extLst>
          </p:cNvPr>
          <p:cNvSpPr>
            <a:spLocks noGrp="1"/>
          </p:cNvSpPr>
          <p:nvPr>
            <p:ph type="title"/>
          </p:nvPr>
        </p:nvSpPr>
        <p:spPr>
          <a:xfrm>
            <a:off x="2039112" y="54864"/>
            <a:ext cx="8165592" cy="969264"/>
          </a:xfrm>
        </p:spPr>
        <p:txBody>
          <a:bodyPr anchor="ctr">
            <a:normAutofit/>
          </a:bodyPr>
          <a:lstStyle/>
          <a:p>
            <a:r>
              <a:rPr lang="en-US">
                <a:latin typeface="Times New Roman" panose="02020603050405020304" pitchFamily="18" charset="0"/>
                <a:cs typeface="Times New Roman" panose="02020603050405020304" pitchFamily="18" charset="0"/>
              </a:rPr>
              <a:t>Chi tiết code thực hành</a:t>
            </a:r>
          </a:p>
        </p:txBody>
      </p:sp>
      <p:sp>
        <p:nvSpPr>
          <p:cNvPr id="3" name="Content Placeholder 2">
            <a:extLst>
              <a:ext uri="{FF2B5EF4-FFF2-40B4-BE49-F238E27FC236}">
                <a16:creationId xmlns:a16="http://schemas.microsoft.com/office/drawing/2014/main" id="{F318599C-8E1D-FE44-1792-8797549FB9B4}"/>
              </a:ext>
            </a:extLst>
          </p:cNvPr>
          <p:cNvSpPr>
            <a:spLocks noGrp="1"/>
          </p:cNvSpPr>
          <p:nvPr>
            <p:ph idx="1"/>
          </p:nvPr>
        </p:nvSpPr>
        <p:spPr>
          <a:xfrm>
            <a:off x="616640" y="1147572"/>
            <a:ext cx="5048250" cy="4562856"/>
          </a:xfrm>
        </p:spPr>
        <p:txBody>
          <a:bodyPr>
            <a:noAutofit/>
          </a:bodyPr>
          <a:lstStyle/>
          <a:p>
            <a:pPr marL="0" indent="0">
              <a:lnSpc>
                <a:spcPct val="150000"/>
              </a:lnSpc>
              <a:buNone/>
            </a:pPr>
            <a:r>
              <a:rPr lang="en-US" sz="2000" b="1">
                <a:latin typeface="Times New Roman" panose="02020603050405020304" pitchFamily="18" charset="0"/>
                <a:cs typeface="Times New Roman" panose="02020603050405020304" pitchFamily="18" charset="0"/>
              </a:rPr>
              <a:t>2</a:t>
            </a:r>
            <a:r>
              <a:rPr lang="vi-VN" sz="2000" b="1">
                <a:latin typeface="Times New Roman" panose="02020603050405020304" pitchFamily="18" charset="0"/>
                <a:cs typeface="Times New Roman" panose="02020603050405020304" pitchFamily="18" charset="0"/>
              </a:rPr>
              <a:t>.</a:t>
            </a:r>
            <a:r>
              <a:rPr lang="en-US" sz="2000" b="1">
                <a:latin typeface="Times New Roman" panose="02020603050405020304" pitchFamily="18" charset="0"/>
                <a:cs typeface="Times New Roman" panose="02020603050405020304" pitchFamily="18" charset="0"/>
              </a:rPr>
              <a:t>Data Augmentation</a:t>
            </a:r>
          </a:p>
          <a:p>
            <a:pPr lvl="0">
              <a:lnSpc>
                <a:spcPct val="150000"/>
              </a:lnSpc>
            </a:pPr>
            <a:r>
              <a:rPr lang="en-US" sz="1800">
                <a:latin typeface="Times New Roman" panose="02020603050405020304" pitchFamily="18" charset="0"/>
                <a:cs typeface="Times New Roman" panose="02020603050405020304" pitchFamily="18" charset="0"/>
              </a:rPr>
              <a:t>rescale=1./255: chuẩn hóa ảnh về [0,1].</a:t>
            </a:r>
          </a:p>
          <a:p>
            <a:pPr lvl="0">
              <a:lnSpc>
                <a:spcPct val="150000"/>
              </a:lnSpc>
            </a:pPr>
            <a:r>
              <a:rPr lang="en-US" sz="1800">
                <a:latin typeface="Times New Roman" panose="02020603050405020304" pitchFamily="18" charset="0"/>
                <a:cs typeface="Times New Roman" panose="02020603050405020304" pitchFamily="18" charset="0"/>
              </a:rPr>
              <a:t>Các phép biến đổi train: xoay (15°), dịch, zoom, lật ngang, thay đổi sáng → giúp model generalize tốt hơn.</a:t>
            </a:r>
          </a:p>
          <a:p>
            <a:pPr lvl="0">
              <a:lnSpc>
                <a:spcPct val="150000"/>
              </a:lnSpc>
            </a:pPr>
            <a:r>
              <a:rPr lang="en-US" sz="1800">
                <a:latin typeface="Times New Roman" panose="02020603050405020304" pitchFamily="18" charset="0"/>
                <a:cs typeface="Times New Roman" panose="02020603050405020304" pitchFamily="18" charset="0"/>
              </a:rPr>
              <a:t>Test chỉ rescale, không augment (để đánh giá công bằng).</a:t>
            </a:r>
          </a:p>
          <a:p>
            <a:pPr lvl="0">
              <a:lnSpc>
                <a:spcPct val="150000"/>
              </a:lnSpc>
            </a:pPr>
            <a:r>
              <a:rPr lang="en-US" sz="1800">
                <a:latin typeface="Times New Roman" panose="02020603050405020304" pitchFamily="18" charset="0"/>
                <a:cs typeface="Times New Roman" panose="02020603050405020304" pitchFamily="18" charset="0"/>
              </a:rPr>
              <a:t>flow_from_directory: đọc ảnh từ thư mục, gán nhãn theo subfolder.</a:t>
            </a:r>
          </a:p>
          <a:p>
            <a:pPr lvl="0">
              <a:lnSpc>
                <a:spcPct val="150000"/>
              </a:lnSpc>
            </a:pPr>
            <a:r>
              <a:rPr lang="en-US" sz="1800">
                <a:latin typeface="Times New Roman" panose="02020603050405020304" pitchFamily="18" charset="0"/>
                <a:cs typeface="Times New Roman" panose="02020603050405020304" pitchFamily="18" charset="0"/>
              </a:rPr>
              <a:t>shuffle=False trong test → giữ đúng thứ tự để tính confusion matrix.</a:t>
            </a:r>
          </a:p>
          <a:p>
            <a:pPr marL="0" indent="0">
              <a:lnSpc>
                <a:spcPct val="150000"/>
              </a:lnSpc>
              <a:buNone/>
            </a:pPr>
            <a:endParaRPr lang="en-US" sz="180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632D005-4EAA-BE2C-105F-D27EF612F65F}"/>
              </a:ext>
            </a:extLst>
          </p:cNvPr>
          <p:cNvSpPr>
            <a:spLocks noGrp="1"/>
          </p:cNvSpPr>
          <p:nvPr>
            <p:ph type="sldNum" sz="quarter" idx="12"/>
          </p:nvPr>
        </p:nvSpPr>
        <p:spPr>
          <a:xfrm>
            <a:off x="616640" y="6517634"/>
            <a:ext cx="950258" cy="274320"/>
          </a:xfrm>
        </p:spPr>
        <p:txBody>
          <a:bodyPr anchor="ctr">
            <a:normAutofit/>
          </a:bodyPr>
          <a:lstStyle/>
          <a:p>
            <a:pPr>
              <a:spcAft>
                <a:spcPts val="600"/>
              </a:spcAft>
            </a:pPr>
            <a:fld id="{84D792B7-0397-C047-AE12-1A03F7E3DC83}" type="slidenum">
              <a:rPr lang="en-US" smtClean="0"/>
              <a:pPr>
                <a:spcAft>
                  <a:spcPts val="600"/>
                </a:spcAft>
              </a:pPr>
              <a:t>21</a:t>
            </a:fld>
            <a:endParaRPr lang="en-US"/>
          </a:p>
        </p:txBody>
      </p:sp>
      <p:sp>
        <p:nvSpPr>
          <p:cNvPr id="5" name="Footer Placeholder 4">
            <a:extLst>
              <a:ext uri="{FF2B5EF4-FFF2-40B4-BE49-F238E27FC236}">
                <a16:creationId xmlns:a16="http://schemas.microsoft.com/office/drawing/2014/main" id="{B7591350-BA1B-9728-637E-0EC202FB3A4F}"/>
              </a:ext>
            </a:extLst>
          </p:cNvPr>
          <p:cNvSpPr>
            <a:spLocks noGrp="1"/>
          </p:cNvSpPr>
          <p:nvPr>
            <p:ph type="ftr" sz="quarter" idx="11"/>
          </p:nvPr>
        </p:nvSpPr>
        <p:spPr>
          <a:xfrm>
            <a:off x="4808250" y="6517634"/>
            <a:ext cx="2572870" cy="274320"/>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D0781BCA-E485-E136-FDB2-B2077C7FEAE2}"/>
              </a:ext>
            </a:extLst>
          </p:cNvPr>
          <p:cNvSpPr>
            <a:spLocks noGrp="1"/>
          </p:cNvSpPr>
          <p:nvPr>
            <p:ph type="dt" sz="half" idx="10"/>
          </p:nvPr>
        </p:nvSpPr>
        <p:spPr>
          <a:xfrm>
            <a:off x="10622471" y="6517634"/>
            <a:ext cx="950260" cy="274320"/>
          </a:xfrm>
        </p:spPr>
        <p:txBody>
          <a:bodyPr anchor="ctr">
            <a:normAutofit/>
          </a:bodyPr>
          <a:lstStyle/>
          <a:p>
            <a:pPr>
              <a:spcAft>
                <a:spcPts val="600"/>
              </a:spcAft>
            </a:pPr>
            <a:r>
              <a:rPr lang="en-US"/>
              <a:t>20XX</a:t>
            </a:r>
          </a:p>
        </p:txBody>
      </p:sp>
      <p:pic>
        <p:nvPicPr>
          <p:cNvPr id="14" name="Picture 13">
            <a:extLst>
              <a:ext uri="{FF2B5EF4-FFF2-40B4-BE49-F238E27FC236}">
                <a16:creationId xmlns:a16="http://schemas.microsoft.com/office/drawing/2014/main" id="{7AC3AC7E-423D-EBD8-633B-3F82F35DCAFB}"/>
              </a:ext>
            </a:extLst>
          </p:cNvPr>
          <p:cNvPicPr>
            <a:picLocks noChangeAspect="1"/>
          </p:cNvPicPr>
          <p:nvPr/>
        </p:nvPicPr>
        <p:blipFill>
          <a:blip r:embed="rId2"/>
          <a:srcRect r="3" b="6340"/>
          <a:stretch>
            <a:fillRect/>
          </a:stretch>
        </p:blipFill>
        <p:spPr>
          <a:xfrm>
            <a:off x="6226302" y="1444752"/>
            <a:ext cx="5048250" cy="4562856"/>
          </a:xfrm>
          <a:prstGeom prst="rect">
            <a:avLst/>
          </a:prstGeom>
          <a:noFill/>
        </p:spPr>
      </p:pic>
    </p:spTree>
    <p:extLst>
      <p:ext uri="{BB962C8B-B14F-4D97-AF65-F5344CB8AC3E}">
        <p14:creationId xmlns:p14="http://schemas.microsoft.com/office/powerpoint/2010/main" val="4282201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7DDF5-32A7-77EA-E9FB-62A5489C8E4B}"/>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Chi tiết code thực hành</a:t>
            </a:r>
            <a:endParaRPr lang="en-US"/>
          </a:p>
        </p:txBody>
      </p:sp>
      <p:pic>
        <p:nvPicPr>
          <p:cNvPr id="8" name="Content Placeholder 7">
            <a:extLst>
              <a:ext uri="{FF2B5EF4-FFF2-40B4-BE49-F238E27FC236}">
                <a16:creationId xmlns:a16="http://schemas.microsoft.com/office/drawing/2014/main" id="{DEC3DCB7-A5D7-560E-DCC2-F459AB7032E4}"/>
              </a:ext>
            </a:extLst>
          </p:cNvPr>
          <p:cNvPicPr>
            <a:picLocks noGrp="1" noChangeAspect="1"/>
          </p:cNvPicPr>
          <p:nvPr>
            <p:ph idx="1"/>
          </p:nvPr>
        </p:nvPicPr>
        <p:blipFill>
          <a:blip r:embed="rId2"/>
          <a:stretch>
            <a:fillRect/>
          </a:stretch>
        </p:blipFill>
        <p:spPr>
          <a:xfrm>
            <a:off x="5914794" y="1797153"/>
            <a:ext cx="5853915" cy="3387495"/>
          </a:xfrm>
          <a:prstGeom prst="rect">
            <a:avLst/>
          </a:prstGeom>
        </p:spPr>
      </p:pic>
      <p:sp>
        <p:nvSpPr>
          <p:cNvPr id="4" name="Slide Number Placeholder 3">
            <a:extLst>
              <a:ext uri="{FF2B5EF4-FFF2-40B4-BE49-F238E27FC236}">
                <a16:creationId xmlns:a16="http://schemas.microsoft.com/office/drawing/2014/main" id="{4EBABF3F-66E1-7565-8040-028EC44624BA}"/>
              </a:ext>
            </a:extLst>
          </p:cNvPr>
          <p:cNvSpPr>
            <a:spLocks noGrp="1"/>
          </p:cNvSpPr>
          <p:nvPr>
            <p:ph type="sldNum" sz="quarter" idx="12"/>
          </p:nvPr>
        </p:nvSpPr>
        <p:spPr/>
        <p:txBody>
          <a:bodyPr/>
          <a:lstStyle/>
          <a:p>
            <a:fld id="{84D792B7-0397-C047-AE12-1A03F7E3DC83}" type="slidenum">
              <a:rPr lang="en-US" smtClean="0"/>
              <a:t>22</a:t>
            </a:fld>
            <a:endParaRPr lang="en-US" dirty="0"/>
          </a:p>
        </p:txBody>
      </p:sp>
      <p:sp>
        <p:nvSpPr>
          <p:cNvPr id="5" name="Footer Placeholder 4">
            <a:extLst>
              <a:ext uri="{FF2B5EF4-FFF2-40B4-BE49-F238E27FC236}">
                <a16:creationId xmlns:a16="http://schemas.microsoft.com/office/drawing/2014/main" id="{46220346-A6AF-F547-F810-954426EC52E1}"/>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29C25537-3973-FFED-E75D-12C4083346BE}"/>
              </a:ext>
            </a:extLst>
          </p:cNvPr>
          <p:cNvSpPr>
            <a:spLocks noGrp="1"/>
          </p:cNvSpPr>
          <p:nvPr>
            <p:ph type="dt" sz="half" idx="10"/>
          </p:nvPr>
        </p:nvSpPr>
        <p:spPr/>
        <p:txBody>
          <a:bodyPr/>
          <a:lstStyle/>
          <a:p>
            <a:r>
              <a:rPr lang="en-US"/>
              <a:t>20XX</a:t>
            </a:r>
            <a:endParaRPr lang="en-US" dirty="0"/>
          </a:p>
        </p:txBody>
      </p:sp>
      <p:sp>
        <p:nvSpPr>
          <p:cNvPr id="9" name="TextBox 8">
            <a:extLst>
              <a:ext uri="{FF2B5EF4-FFF2-40B4-BE49-F238E27FC236}">
                <a16:creationId xmlns:a16="http://schemas.microsoft.com/office/drawing/2014/main" id="{85F96E9A-99F7-5FBA-40C7-AF172CBE6E7A}"/>
              </a:ext>
            </a:extLst>
          </p:cNvPr>
          <p:cNvSpPr txBox="1"/>
          <p:nvPr/>
        </p:nvSpPr>
        <p:spPr>
          <a:xfrm>
            <a:off x="431345" y="1024128"/>
            <a:ext cx="5512458" cy="6693564"/>
          </a:xfrm>
          <a:prstGeom prst="rect">
            <a:avLst/>
          </a:prstGeom>
          <a:noFill/>
        </p:spPr>
        <p:txBody>
          <a:bodyPr wrap="square" rtlCol="0">
            <a:spAutoFit/>
          </a:bodyPr>
          <a:lstStyle/>
          <a:p>
            <a:pPr>
              <a:lnSpc>
                <a:spcPct val="150000"/>
              </a:lnSpc>
            </a:pPr>
            <a:r>
              <a:rPr lang="vi-VN" b="1">
                <a:latin typeface="Times New Roman" panose="02020603050405020304" pitchFamily="18" charset="0"/>
                <a:cs typeface="Times New Roman" panose="02020603050405020304" pitchFamily="18" charset="0"/>
              </a:rPr>
              <a:t>3.</a:t>
            </a:r>
            <a:r>
              <a:rPr lang="en-US" b="1">
                <a:latin typeface="Times New Roman" panose="02020603050405020304" pitchFamily="18" charset="0"/>
                <a:cs typeface="Times New Roman" panose="02020603050405020304" pitchFamily="18" charset="0"/>
              </a:rPr>
              <a:t>Xây dựng model MobileNetV2</a:t>
            </a:r>
          </a:p>
          <a:p>
            <a:pPr marL="285750" lvl="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Dùng transfer learning với MobileNetV2 pretrained.</a:t>
            </a:r>
          </a:p>
          <a:p>
            <a:pPr marL="285750" lvl="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include_top=False → bỏ phần FC cuối cùng (chỉ lấy feature extractor).</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Freeze toàn bộ layer trừ 20 layer cuối → chỉ fine-tune phần cuối (tăng hiệu quả mà vẫn tận dụng pretrain).</a:t>
            </a:r>
          </a:p>
          <a:p>
            <a:pPr marL="285750" lvl="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GAP: thay flatten để giảm overfitting.</a:t>
            </a:r>
          </a:p>
          <a:p>
            <a:pPr marL="285750" lvl="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Dense(256, relu): học thêm đặc trưng.</a:t>
            </a:r>
          </a:p>
          <a:p>
            <a:pPr marL="285750" lvl="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Dropout(0.5): tắt ngẫu nhiên 50% neuron khi train.</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Dense(NUM_CLASSES, softmax): phân loại đầu ra</a:t>
            </a:r>
          </a:p>
          <a:p>
            <a:pPr marL="285750" lvl="0" indent="-285750">
              <a:lnSpc>
                <a:spcPct val="150000"/>
              </a:lnSpc>
              <a:buFont typeface="Arial" panose="020B0604020202020204" pitchFamily="34" charset="0"/>
              <a:buChar char="•"/>
            </a:pPr>
            <a:r>
              <a:rPr lang="vi-VN">
                <a:latin typeface="Times New Roman" panose="02020603050405020304" pitchFamily="18" charset="0"/>
                <a:cs typeface="Times New Roman" panose="02020603050405020304" pitchFamily="18" charset="0"/>
              </a:rPr>
              <a:t>optimizer: Adam với lr=1e-4.</a:t>
            </a:r>
            <a:endParaRPr lang="en-US">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vi-VN">
                <a:latin typeface="Times New Roman" panose="02020603050405020304" pitchFamily="18" charset="0"/>
                <a:cs typeface="Times New Roman" panose="02020603050405020304" pitchFamily="18" charset="0"/>
              </a:rPr>
              <a:t>loss: entropy chéo phân loại (phân loại đa lớp).</a:t>
            </a:r>
            <a:endParaRPr lang="en-US">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vi-VN">
                <a:latin typeface="Times New Roman" panose="02020603050405020304" pitchFamily="18" charset="0"/>
                <a:cs typeface="Times New Roman" panose="02020603050405020304" pitchFamily="18" charset="0"/>
              </a:rPr>
              <a:t>metrics: độ chính xác.</a:t>
            </a:r>
            <a:endParaRPr lang="en-US">
              <a:latin typeface="Times New Roman" panose="02020603050405020304" pitchFamily="18" charset="0"/>
              <a:cs typeface="Times New Roman" panose="02020603050405020304" pitchFamily="18" charset="0"/>
            </a:endParaRPr>
          </a:p>
          <a:p>
            <a:pPr>
              <a:lnSpc>
                <a:spcPct val="150000"/>
              </a:lnSpc>
            </a:pPr>
            <a:r>
              <a:rPr lang="vi-VN" b="1">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247920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689A3-31AB-86A4-CE8B-5B3D43628478}"/>
              </a:ext>
            </a:extLst>
          </p:cNvPr>
          <p:cNvSpPr>
            <a:spLocks noGrp="1"/>
          </p:cNvSpPr>
          <p:nvPr>
            <p:ph type="title"/>
          </p:nvPr>
        </p:nvSpPr>
        <p:spPr>
          <a:xfrm>
            <a:off x="2039112" y="54864"/>
            <a:ext cx="8165592" cy="969264"/>
          </a:xfrm>
        </p:spPr>
        <p:txBody>
          <a:bodyPr anchor="ctr">
            <a:normAutofit/>
          </a:bodyPr>
          <a:lstStyle/>
          <a:p>
            <a:r>
              <a:rPr lang="en-US">
                <a:latin typeface="Times New Roman" panose="02020603050405020304" pitchFamily="18" charset="0"/>
                <a:cs typeface="Times New Roman" panose="02020603050405020304" pitchFamily="18" charset="0"/>
              </a:rPr>
              <a:t>Chi tiết code thực hành</a:t>
            </a:r>
          </a:p>
        </p:txBody>
      </p:sp>
      <p:sp>
        <p:nvSpPr>
          <p:cNvPr id="3" name="Content Placeholder 2">
            <a:extLst>
              <a:ext uri="{FF2B5EF4-FFF2-40B4-BE49-F238E27FC236}">
                <a16:creationId xmlns:a16="http://schemas.microsoft.com/office/drawing/2014/main" id="{A9AA9B58-E5AB-AD9B-79AA-EB768902BCB3}"/>
              </a:ext>
            </a:extLst>
          </p:cNvPr>
          <p:cNvSpPr>
            <a:spLocks noGrp="1"/>
          </p:cNvSpPr>
          <p:nvPr>
            <p:ph idx="1"/>
          </p:nvPr>
        </p:nvSpPr>
        <p:spPr>
          <a:xfrm>
            <a:off x="987552" y="1444752"/>
            <a:ext cx="5048250" cy="4562856"/>
          </a:xfrm>
        </p:spPr>
        <p:txBody>
          <a:bodyPr>
            <a:normAutofit/>
          </a:bodyPr>
          <a:lstStyle/>
          <a:p>
            <a:pPr marL="0" indent="0">
              <a:lnSpc>
                <a:spcPct val="150000"/>
              </a:lnSpc>
              <a:buNone/>
            </a:pPr>
            <a:r>
              <a:rPr lang="vi-VN" sz="1800" b="1">
                <a:latin typeface="Times New Roman" panose="02020603050405020304" pitchFamily="18" charset="0"/>
                <a:cs typeface="Times New Roman" panose="02020603050405020304" pitchFamily="18" charset="0"/>
              </a:rPr>
              <a:t>4.Call back</a:t>
            </a:r>
            <a:endParaRPr lang="en-US" sz="1800">
              <a:latin typeface="Times New Roman" panose="02020603050405020304" pitchFamily="18" charset="0"/>
              <a:cs typeface="Times New Roman" panose="02020603050405020304" pitchFamily="18" charset="0"/>
            </a:endParaRPr>
          </a:p>
          <a:p>
            <a:pPr lvl="0">
              <a:lnSpc>
                <a:spcPct val="150000"/>
              </a:lnSpc>
            </a:pPr>
            <a:r>
              <a:rPr lang="en-US" sz="1800">
                <a:latin typeface="Times New Roman" panose="02020603050405020304" pitchFamily="18" charset="0"/>
                <a:cs typeface="Times New Roman" panose="02020603050405020304" pitchFamily="18" charset="0"/>
              </a:rPr>
              <a:t>ModelCheckpoint: lưu model tốt nhất theo val_accuracy.</a:t>
            </a:r>
          </a:p>
          <a:p>
            <a:pPr lvl="0">
              <a:lnSpc>
                <a:spcPct val="150000"/>
              </a:lnSpc>
            </a:pPr>
            <a:r>
              <a:rPr lang="en-US" sz="1800">
                <a:latin typeface="Times New Roman" panose="02020603050405020304" pitchFamily="18" charset="0"/>
                <a:cs typeface="Times New Roman" panose="02020603050405020304" pitchFamily="18" charset="0"/>
              </a:rPr>
              <a:t>ReduceLROnPlateau: nếu val_loss không cải thiện sau 3 epoch, giảm lr 50%.</a:t>
            </a:r>
          </a:p>
          <a:p>
            <a:pPr lvl="0">
              <a:lnSpc>
                <a:spcPct val="150000"/>
              </a:lnSpc>
            </a:pPr>
            <a:r>
              <a:rPr lang="en-US" sz="1800">
                <a:latin typeface="Times New Roman" panose="02020603050405020304" pitchFamily="18" charset="0"/>
                <a:cs typeface="Times New Roman" panose="02020603050405020304" pitchFamily="18" charset="0"/>
              </a:rPr>
              <a:t>EarlyStopping: dừng sớm nếu không cải thiện sau 7 epoch, lấy lại trọng số tốt nhất.</a:t>
            </a:r>
          </a:p>
          <a:p>
            <a:pPr marL="0" indent="0">
              <a:lnSpc>
                <a:spcPct val="150000"/>
              </a:lnSpc>
              <a:buNone/>
            </a:pPr>
            <a:endParaRPr lang="en-US" sz="180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09D811-212D-70B2-7C60-62B43625119A}"/>
              </a:ext>
            </a:extLst>
          </p:cNvPr>
          <p:cNvSpPr>
            <a:spLocks noGrp="1"/>
          </p:cNvSpPr>
          <p:nvPr>
            <p:ph type="sldNum" sz="quarter" idx="12"/>
          </p:nvPr>
        </p:nvSpPr>
        <p:spPr>
          <a:xfrm>
            <a:off x="616640" y="6517634"/>
            <a:ext cx="950258" cy="274320"/>
          </a:xfrm>
        </p:spPr>
        <p:txBody>
          <a:bodyPr anchor="ctr">
            <a:normAutofit/>
          </a:bodyPr>
          <a:lstStyle/>
          <a:p>
            <a:pPr>
              <a:spcAft>
                <a:spcPts val="600"/>
              </a:spcAft>
            </a:pPr>
            <a:fld id="{84D792B7-0397-C047-AE12-1A03F7E3DC83}" type="slidenum">
              <a:rPr lang="en-US" smtClean="0"/>
              <a:pPr>
                <a:spcAft>
                  <a:spcPts val="600"/>
                </a:spcAft>
              </a:pPr>
              <a:t>23</a:t>
            </a:fld>
            <a:endParaRPr lang="en-US"/>
          </a:p>
        </p:txBody>
      </p:sp>
      <p:sp>
        <p:nvSpPr>
          <p:cNvPr id="5" name="Footer Placeholder 4">
            <a:extLst>
              <a:ext uri="{FF2B5EF4-FFF2-40B4-BE49-F238E27FC236}">
                <a16:creationId xmlns:a16="http://schemas.microsoft.com/office/drawing/2014/main" id="{C17B633E-B0E4-1AAE-3FCB-248FE4D4B2E2}"/>
              </a:ext>
            </a:extLst>
          </p:cNvPr>
          <p:cNvSpPr>
            <a:spLocks noGrp="1"/>
          </p:cNvSpPr>
          <p:nvPr>
            <p:ph type="ftr" sz="quarter" idx="11"/>
          </p:nvPr>
        </p:nvSpPr>
        <p:spPr>
          <a:xfrm>
            <a:off x="4808250" y="6517634"/>
            <a:ext cx="2572870" cy="274320"/>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740690C6-A13E-DD5A-E18A-829B6A5DC97D}"/>
              </a:ext>
            </a:extLst>
          </p:cNvPr>
          <p:cNvSpPr>
            <a:spLocks noGrp="1"/>
          </p:cNvSpPr>
          <p:nvPr>
            <p:ph type="dt" sz="half" idx="10"/>
          </p:nvPr>
        </p:nvSpPr>
        <p:spPr>
          <a:xfrm>
            <a:off x="10622471" y="6517634"/>
            <a:ext cx="950260" cy="274320"/>
          </a:xfrm>
        </p:spPr>
        <p:txBody>
          <a:bodyPr anchor="ctr">
            <a:normAutofit/>
          </a:bodyPr>
          <a:lstStyle/>
          <a:p>
            <a:pPr>
              <a:spcAft>
                <a:spcPts val="600"/>
              </a:spcAft>
            </a:pPr>
            <a:r>
              <a:rPr lang="en-US"/>
              <a:t>20XX</a:t>
            </a:r>
          </a:p>
        </p:txBody>
      </p:sp>
      <p:pic>
        <p:nvPicPr>
          <p:cNvPr id="8" name="Picture 7">
            <a:extLst>
              <a:ext uri="{FF2B5EF4-FFF2-40B4-BE49-F238E27FC236}">
                <a16:creationId xmlns:a16="http://schemas.microsoft.com/office/drawing/2014/main" id="{68AC8889-6B42-4FF9-66D6-4802778F678C}"/>
              </a:ext>
            </a:extLst>
          </p:cNvPr>
          <p:cNvPicPr>
            <a:picLocks noChangeAspect="1"/>
          </p:cNvPicPr>
          <p:nvPr/>
        </p:nvPicPr>
        <p:blipFill>
          <a:blip r:embed="rId2"/>
          <a:stretch>
            <a:fillRect/>
          </a:stretch>
        </p:blipFill>
        <p:spPr>
          <a:xfrm>
            <a:off x="6507656" y="2113169"/>
            <a:ext cx="5238868" cy="2509925"/>
          </a:xfrm>
          <a:prstGeom prst="rect">
            <a:avLst/>
          </a:prstGeom>
          <a:noFill/>
        </p:spPr>
      </p:pic>
    </p:spTree>
    <p:extLst>
      <p:ext uri="{BB962C8B-B14F-4D97-AF65-F5344CB8AC3E}">
        <p14:creationId xmlns:p14="http://schemas.microsoft.com/office/powerpoint/2010/main" val="3250477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66037-CA46-5FBF-DB58-94E80F527688}"/>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Chi tiết code thực hành</a:t>
            </a:r>
          </a:p>
        </p:txBody>
      </p:sp>
      <p:sp>
        <p:nvSpPr>
          <p:cNvPr id="3" name="Content Placeholder 2">
            <a:extLst>
              <a:ext uri="{FF2B5EF4-FFF2-40B4-BE49-F238E27FC236}">
                <a16:creationId xmlns:a16="http://schemas.microsoft.com/office/drawing/2014/main" id="{272C2A30-D0CD-9556-5BCC-92E8EC4E7E57}"/>
              </a:ext>
            </a:extLst>
          </p:cNvPr>
          <p:cNvSpPr>
            <a:spLocks noGrp="1"/>
          </p:cNvSpPr>
          <p:nvPr>
            <p:ph idx="1"/>
          </p:nvPr>
        </p:nvSpPr>
        <p:spPr/>
        <p:txBody>
          <a:bodyPr/>
          <a:lstStyle/>
          <a:p>
            <a:pPr marL="0" indent="0">
              <a:lnSpc>
                <a:spcPct val="150000"/>
              </a:lnSpc>
              <a:buNone/>
            </a:pPr>
            <a:r>
              <a:rPr lang="vi-VN" sz="1800" b="1">
                <a:latin typeface="Times New Roman" panose="02020603050405020304" pitchFamily="18" charset="0"/>
                <a:cs typeface="Times New Roman" panose="02020603050405020304" pitchFamily="18" charset="0"/>
              </a:rPr>
              <a:t>5.Huấn luyện</a:t>
            </a:r>
            <a:endParaRPr lang="en-US" sz="1800">
              <a:latin typeface="Times New Roman" panose="02020603050405020304" pitchFamily="18" charset="0"/>
              <a:cs typeface="Times New Roman" panose="02020603050405020304" pitchFamily="18" charset="0"/>
            </a:endParaRPr>
          </a:p>
          <a:p>
            <a:pPr lvl="0">
              <a:lnSpc>
                <a:spcPct val="150000"/>
              </a:lnSpc>
            </a:pPr>
            <a:r>
              <a:rPr lang="en-US" sz="1800">
                <a:latin typeface="Times New Roman" panose="02020603050405020304" pitchFamily="18" charset="0"/>
                <a:cs typeface="Times New Roman" panose="02020603050405020304" pitchFamily="18" charset="0"/>
              </a:rPr>
              <a:t>Train trong tối đa 30 epoch.</a:t>
            </a:r>
          </a:p>
          <a:p>
            <a:pPr lvl="0">
              <a:lnSpc>
                <a:spcPct val="150000"/>
              </a:lnSpc>
            </a:pPr>
            <a:r>
              <a:rPr lang="en-US" sz="1800">
                <a:latin typeface="Times New Roman" panose="02020603050405020304" pitchFamily="18" charset="0"/>
                <a:cs typeface="Times New Roman" panose="02020603050405020304" pitchFamily="18" charset="0"/>
              </a:rPr>
              <a:t>Validation trên test_generator.</a:t>
            </a:r>
          </a:p>
          <a:p>
            <a:pPr lvl="0">
              <a:lnSpc>
                <a:spcPct val="150000"/>
              </a:lnSpc>
            </a:pPr>
            <a:r>
              <a:rPr lang="en-US" sz="1800">
                <a:latin typeface="Times New Roman" panose="02020603050405020304" pitchFamily="18" charset="0"/>
                <a:cs typeface="Times New Roman" panose="02020603050405020304" pitchFamily="18" charset="0"/>
              </a:rPr>
              <a:t>Callbacks sẽ điều chỉnh learning rate và dừng sớm nếu cần.</a:t>
            </a:r>
          </a:p>
          <a:p>
            <a:pPr marL="0" indent="0">
              <a:buNone/>
            </a:pPr>
            <a:endParaRPr lang="en-US">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161210B-8121-D36C-4365-E8A0DC23A525}"/>
              </a:ext>
            </a:extLst>
          </p:cNvPr>
          <p:cNvSpPr>
            <a:spLocks noGrp="1"/>
          </p:cNvSpPr>
          <p:nvPr>
            <p:ph type="sldNum" sz="quarter" idx="12"/>
          </p:nvPr>
        </p:nvSpPr>
        <p:spPr/>
        <p:txBody>
          <a:bodyPr/>
          <a:lstStyle/>
          <a:p>
            <a:fld id="{84D792B7-0397-C047-AE12-1A03F7E3DC83}" type="slidenum">
              <a:rPr lang="en-US" smtClean="0"/>
              <a:t>24</a:t>
            </a:fld>
            <a:endParaRPr lang="en-US" dirty="0"/>
          </a:p>
        </p:txBody>
      </p:sp>
      <p:sp>
        <p:nvSpPr>
          <p:cNvPr id="5" name="Footer Placeholder 4">
            <a:extLst>
              <a:ext uri="{FF2B5EF4-FFF2-40B4-BE49-F238E27FC236}">
                <a16:creationId xmlns:a16="http://schemas.microsoft.com/office/drawing/2014/main" id="{F08CC8B5-4C20-7C04-9E26-E56984AABA0C}"/>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98C5981E-05A0-7B4B-37A2-94EE22F2A3AB}"/>
              </a:ext>
            </a:extLst>
          </p:cNvPr>
          <p:cNvSpPr>
            <a:spLocks noGrp="1"/>
          </p:cNvSpPr>
          <p:nvPr>
            <p:ph type="dt" sz="half" idx="10"/>
          </p:nvPr>
        </p:nvSpPr>
        <p:spPr/>
        <p:txBody>
          <a:bodyPr/>
          <a:lstStyle/>
          <a:p>
            <a:r>
              <a:rPr lang="en-US"/>
              <a:t>20XX</a:t>
            </a:r>
            <a:endParaRPr lang="en-US" dirty="0"/>
          </a:p>
        </p:txBody>
      </p:sp>
      <p:pic>
        <p:nvPicPr>
          <p:cNvPr id="8" name="Picture 7">
            <a:extLst>
              <a:ext uri="{FF2B5EF4-FFF2-40B4-BE49-F238E27FC236}">
                <a16:creationId xmlns:a16="http://schemas.microsoft.com/office/drawing/2014/main" id="{DE6F4725-378C-C8D3-6E9E-643C8FA3DAAE}"/>
              </a:ext>
            </a:extLst>
          </p:cNvPr>
          <p:cNvPicPr>
            <a:picLocks noChangeAspect="1"/>
          </p:cNvPicPr>
          <p:nvPr/>
        </p:nvPicPr>
        <p:blipFill>
          <a:blip r:embed="rId2"/>
          <a:stretch>
            <a:fillRect/>
          </a:stretch>
        </p:blipFill>
        <p:spPr>
          <a:xfrm>
            <a:off x="2651760" y="4017496"/>
            <a:ext cx="6331155" cy="1505480"/>
          </a:xfrm>
          <a:prstGeom prst="rect">
            <a:avLst/>
          </a:prstGeom>
        </p:spPr>
      </p:pic>
    </p:spTree>
    <p:extLst>
      <p:ext uri="{BB962C8B-B14F-4D97-AF65-F5344CB8AC3E}">
        <p14:creationId xmlns:p14="http://schemas.microsoft.com/office/powerpoint/2010/main" val="506111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49107-5005-2C5E-06CA-135D6E60DD1C}"/>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Chi tiết code thực hành</a:t>
            </a:r>
          </a:p>
        </p:txBody>
      </p:sp>
      <p:sp>
        <p:nvSpPr>
          <p:cNvPr id="3" name="Content Placeholder 2">
            <a:extLst>
              <a:ext uri="{FF2B5EF4-FFF2-40B4-BE49-F238E27FC236}">
                <a16:creationId xmlns:a16="http://schemas.microsoft.com/office/drawing/2014/main" id="{FB8B38CC-800B-454F-1A55-07E4924CC273}"/>
              </a:ext>
            </a:extLst>
          </p:cNvPr>
          <p:cNvSpPr>
            <a:spLocks noGrp="1"/>
          </p:cNvSpPr>
          <p:nvPr>
            <p:ph idx="1"/>
          </p:nvPr>
        </p:nvSpPr>
        <p:spPr/>
        <p:txBody>
          <a:bodyPr/>
          <a:lstStyle/>
          <a:p>
            <a:pPr marL="0" indent="0">
              <a:lnSpc>
                <a:spcPct val="150000"/>
              </a:lnSpc>
              <a:buNone/>
            </a:pPr>
            <a:r>
              <a:rPr lang="vi-VN" sz="1800" b="1">
                <a:latin typeface="Times New Roman" panose="02020603050405020304" pitchFamily="18" charset="0"/>
                <a:cs typeface="Times New Roman" panose="02020603050405020304" pitchFamily="18" charset="0"/>
              </a:rPr>
              <a:t>6.Vẽ biểu đồ accuracy và loss</a:t>
            </a:r>
            <a:endParaRPr lang="en-US" sz="1800">
              <a:latin typeface="Times New Roman" panose="02020603050405020304" pitchFamily="18" charset="0"/>
              <a:cs typeface="Times New Roman" panose="02020603050405020304" pitchFamily="18" charset="0"/>
            </a:endParaRPr>
          </a:p>
          <a:p>
            <a:pPr lvl="0">
              <a:lnSpc>
                <a:spcPct val="150000"/>
              </a:lnSpc>
            </a:pPr>
            <a:r>
              <a:rPr lang="en-US" sz="1800">
                <a:latin typeface="Times New Roman" panose="02020603050405020304" pitchFamily="18" charset="0"/>
                <a:cs typeface="Times New Roman" panose="02020603050405020304" pitchFamily="18" charset="0"/>
              </a:rPr>
              <a:t>Vẽ đường biểu diễn train/val accuracy và loss.</a:t>
            </a:r>
          </a:p>
          <a:p>
            <a:pPr lvl="0">
              <a:lnSpc>
                <a:spcPct val="150000"/>
              </a:lnSpc>
            </a:pPr>
            <a:r>
              <a:rPr lang="en-US" sz="1800">
                <a:latin typeface="Times New Roman" panose="02020603050405020304" pitchFamily="18" charset="0"/>
                <a:cs typeface="Times New Roman" panose="02020603050405020304" pitchFamily="18" charset="0"/>
              </a:rPr>
              <a:t>Giúp quan sát overfitting/underfitting.</a:t>
            </a:r>
          </a:p>
          <a:p>
            <a:endParaRPr lang="en-US">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6539908-99CC-0022-0EC7-946995169C12}"/>
              </a:ext>
            </a:extLst>
          </p:cNvPr>
          <p:cNvSpPr>
            <a:spLocks noGrp="1"/>
          </p:cNvSpPr>
          <p:nvPr>
            <p:ph type="sldNum" sz="quarter" idx="12"/>
          </p:nvPr>
        </p:nvSpPr>
        <p:spPr/>
        <p:txBody>
          <a:bodyPr/>
          <a:lstStyle/>
          <a:p>
            <a:fld id="{84D792B7-0397-C047-AE12-1A03F7E3DC83}" type="slidenum">
              <a:rPr lang="en-US" smtClean="0"/>
              <a:t>25</a:t>
            </a:fld>
            <a:endParaRPr lang="en-US" dirty="0"/>
          </a:p>
        </p:txBody>
      </p:sp>
      <p:sp>
        <p:nvSpPr>
          <p:cNvPr id="5" name="Footer Placeholder 4">
            <a:extLst>
              <a:ext uri="{FF2B5EF4-FFF2-40B4-BE49-F238E27FC236}">
                <a16:creationId xmlns:a16="http://schemas.microsoft.com/office/drawing/2014/main" id="{374BD5AD-625C-F9E7-B484-E847A367E674}"/>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43F5B62C-5AC3-90F7-6713-D139E9B79569}"/>
              </a:ext>
            </a:extLst>
          </p:cNvPr>
          <p:cNvSpPr>
            <a:spLocks noGrp="1"/>
          </p:cNvSpPr>
          <p:nvPr>
            <p:ph type="dt" sz="half" idx="10"/>
          </p:nvPr>
        </p:nvSpPr>
        <p:spPr/>
        <p:txBody>
          <a:bodyPr/>
          <a:lstStyle/>
          <a:p>
            <a:r>
              <a:rPr lang="en-US"/>
              <a:t>20XX</a:t>
            </a:r>
            <a:endParaRPr lang="en-US" dirty="0"/>
          </a:p>
        </p:txBody>
      </p:sp>
      <p:pic>
        <p:nvPicPr>
          <p:cNvPr id="8" name="Picture 7">
            <a:extLst>
              <a:ext uri="{FF2B5EF4-FFF2-40B4-BE49-F238E27FC236}">
                <a16:creationId xmlns:a16="http://schemas.microsoft.com/office/drawing/2014/main" id="{25A13E3F-1533-D0AC-6E1C-F8D790725797}"/>
              </a:ext>
            </a:extLst>
          </p:cNvPr>
          <p:cNvPicPr>
            <a:picLocks noChangeAspect="1"/>
          </p:cNvPicPr>
          <p:nvPr/>
        </p:nvPicPr>
        <p:blipFill>
          <a:blip r:embed="rId2"/>
          <a:stretch>
            <a:fillRect/>
          </a:stretch>
        </p:blipFill>
        <p:spPr>
          <a:xfrm>
            <a:off x="3237488" y="3287032"/>
            <a:ext cx="5768840" cy="2720576"/>
          </a:xfrm>
          <a:prstGeom prst="rect">
            <a:avLst/>
          </a:prstGeom>
        </p:spPr>
      </p:pic>
    </p:spTree>
    <p:extLst>
      <p:ext uri="{BB962C8B-B14F-4D97-AF65-F5344CB8AC3E}">
        <p14:creationId xmlns:p14="http://schemas.microsoft.com/office/powerpoint/2010/main" val="2555179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C3771-3C8C-EFAC-002E-86C7D61CF7C3}"/>
              </a:ext>
            </a:extLst>
          </p:cNvPr>
          <p:cNvSpPr>
            <a:spLocks noGrp="1"/>
          </p:cNvSpPr>
          <p:nvPr>
            <p:ph type="title"/>
          </p:nvPr>
        </p:nvSpPr>
        <p:spPr>
          <a:xfrm>
            <a:off x="2039112" y="54864"/>
            <a:ext cx="8165592" cy="969264"/>
          </a:xfrm>
        </p:spPr>
        <p:txBody>
          <a:bodyPr anchor="ctr">
            <a:normAutofit/>
          </a:bodyPr>
          <a:lstStyle/>
          <a:p>
            <a:r>
              <a:rPr lang="en-US">
                <a:latin typeface="Times New Roman" panose="02020603050405020304" pitchFamily="18" charset="0"/>
                <a:cs typeface="Times New Roman" panose="02020603050405020304" pitchFamily="18" charset="0"/>
              </a:rPr>
              <a:t>Chi tiết code thực hành</a:t>
            </a:r>
          </a:p>
        </p:txBody>
      </p:sp>
      <p:sp>
        <p:nvSpPr>
          <p:cNvPr id="3" name="Content Placeholder 2">
            <a:extLst>
              <a:ext uri="{FF2B5EF4-FFF2-40B4-BE49-F238E27FC236}">
                <a16:creationId xmlns:a16="http://schemas.microsoft.com/office/drawing/2014/main" id="{C6227829-0D1A-D2AE-10D1-79069C178A7F}"/>
              </a:ext>
            </a:extLst>
          </p:cNvPr>
          <p:cNvSpPr>
            <a:spLocks noGrp="1"/>
          </p:cNvSpPr>
          <p:nvPr>
            <p:ph idx="1"/>
          </p:nvPr>
        </p:nvSpPr>
        <p:spPr>
          <a:xfrm>
            <a:off x="987552" y="1444752"/>
            <a:ext cx="5048250" cy="4562856"/>
          </a:xfrm>
        </p:spPr>
        <p:txBody>
          <a:bodyPr>
            <a:normAutofit/>
          </a:bodyPr>
          <a:lstStyle/>
          <a:p>
            <a:pPr marL="0" indent="0">
              <a:lnSpc>
                <a:spcPct val="150000"/>
              </a:lnSpc>
              <a:buNone/>
            </a:pPr>
            <a:r>
              <a:rPr lang="vi-VN" sz="1800" b="1">
                <a:latin typeface="Times New Roman" panose="02020603050405020304" pitchFamily="18" charset="0"/>
                <a:cs typeface="Times New Roman" panose="02020603050405020304" pitchFamily="18" charset="0"/>
              </a:rPr>
              <a:t>7.Đánh giá mô hình và thoát</a:t>
            </a:r>
            <a:endParaRPr lang="en-US" sz="1800">
              <a:latin typeface="Times New Roman" panose="02020603050405020304" pitchFamily="18" charset="0"/>
              <a:cs typeface="Times New Roman" panose="02020603050405020304" pitchFamily="18" charset="0"/>
            </a:endParaRPr>
          </a:p>
          <a:p>
            <a:pPr lvl="0">
              <a:lnSpc>
                <a:spcPct val="150000"/>
              </a:lnSpc>
            </a:pPr>
            <a:r>
              <a:rPr lang="en-US" sz="1800">
                <a:latin typeface="Times New Roman" panose="02020603050405020304" pitchFamily="18" charset="0"/>
                <a:cs typeface="Times New Roman" panose="02020603050405020304" pitchFamily="18" charset="0"/>
              </a:rPr>
              <a:t>Dự đoán toàn bộ test set.</a:t>
            </a:r>
          </a:p>
          <a:p>
            <a:pPr lvl="0">
              <a:lnSpc>
                <a:spcPct val="150000"/>
              </a:lnSpc>
            </a:pPr>
            <a:r>
              <a:rPr lang="en-US" sz="1800">
                <a:latin typeface="Times New Roman" panose="02020603050405020304" pitchFamily="18" charset="0"/>
                <a:cs typeface="Times New Roman" panose="02020603050405020304" pitchFamily="18" charset="0"/>
              </a:rPr>
              <a:t>Tính confusion matrix → xem model nhầm lẫn ở lớp nào.</a:t>
            </a:r>
          </a:p>
          <a:p>
            <a:pPr lvl="0">
              <a:lnSpc>
                <a:spcPct val="150000"/>
              </a:lnSpc>
            </a:pPr>
            <a:r>
              <a:rPr lang="en-US" sz="1800">
                <a:latin typeface="Times New Roman" panose="02020603050405020304" pitchFamily="18" charset="0"/>
                <a:cs typeface="Times New Roman" panose="02020603050405020304" pitchFamily="18" charset="0"/>
              </a:rPr>
              <a:t>In classification report → precision, recall, f1-score từng lớp.</a:t>
            </a:r>
          </a:p>
          <a:p>
            <a:pPr lvl="0">
              <a:lnSpc>
                <a:spcPct val="150000"/>
              </a:lnSpc>
            </a:pPr>
            <a:r>
              <a:rPr lang="en-US" sz="1800">
                <a:latin typeface="Times New Roman" panose="02020603050405020304" pitchFamily="18" charset="0"/>
                <a:cs typeface="Times New Roman" panose="02020603050405020304" pitchFamily="18" charset="0"/>
              </a:rPr>
              <a:t>Lưu mô hình đã train xong.</a:t>
            </a:r>
          </a:p>
          <a:p>
            <a:pPr lvl="0">
              <a:lnSpc>
                <a:spcPct val="150000"/>
              </a:lnSpc>
            </a:pPr>
            <a:r>
              <a:rPr lang="en-US" sz="1800">
                <a:latin typeface="Times New Roman" panose="02020603050405020304" pitchFamily="18" charset="0"/>
                <a:cs typeface="Times New Roman" panose="02020603050405020304" pitchFamily="18" charset="0"/>
              </a:rPr>
              <a:t>Có thể load lại để dùng trong inference/triển khai</a:t>
            </a:r>
            <a:r>
              <a:rPr lang="vi-VN" sz="1800">
                <a:latin typeface="Times New Roman" panose="02020603050405020304" pitchFamily="18" charset="0"/>
                <a:cs typeface="Times New Roman" panose="02020603050405020304" pitchFamily="18" charset="0"/>
              </a:rPr>
              <a:t> và thoát</a:t>
            </a:r>
            <a:endParaRPr lang="en-US" sz="1800">
              <a:latin typeface="Times New Roman" panose="02020603050405020304" pitchFamily="18" charset="0"/>
              <a:cs typeface="Times New Roman" panose="02020603050405020304" pitchFamily="18" charset="0"/>
            </a:endParaRPr>
          </a:p>
          <a:p>
            <a:pPr marL="0" indent="0">
              <a:lnSpc>
                <a:spcPct val="150000"/>
              </a:lnSpc>
              <a:buNone/>
            </a:pPr>
            <a:endParaRPr lang="en-US" sz="1800"/>
          </a:p>
        </p:txBody>
      </p:sp>
      <p:sp>
        <p:nvSpPr>
          <p:cNvPr id="4" name="Slide Number Placeholder 3">
            <a:extLst>
              <a:ext uri="{FF2B5EF4-FFF2-40B4-BE49-F238E27FC236}">
                <a16:creationId xmlns:a16="http://schemas.microsoft.com/office/drawing/2014/main" id="{07839301-8848-5304-9772-FF714DF947DE}"/>
              </a:ext>
            </a:extLst>
          </p:cNvPr>
          <p:cNvSpPr>
            <a:spLocks noGrp="1"/>
          </p:cNvSpPr>
          <p:nvPr>
            <p:ph type="sldNum" sz="quarter" idx="12"/>
          </p:nvPr>
        </p:nvSpPr>
        <p:spPr>
          <a:xfrm>
            <a:off x="616640" y="6517634"/>
            <a:ext cx="950258" cy="274320"/>
          </a:xfrm>
        </p:spPr>
        <p:txBody>
          <a:bodyPr anchor="ctr">
            <a:normAutofit/>
          </a:bodyPr>
          <a:lstStyle/>
          <a:p>
            <a:pPr>
              <a:spcAft>
                <a:spcPts val="600"/>
              </a:spcAft>
            </a:pPr>
            <a:fld id="{84D792B7-0397-C047-AE12-1A03F7E3DC83}" type="slidenum">
              <a:rPr lang="en-US" smtClean="0"/>
              <a:pPr>
                <a:spcAft>
                  <a:spcPts val="600"/>
                </a:spcAft>
              </a:pPr>
              <a:t>26</a:t>
            </a:fld>
            <a:endParaRPr lang="en-US"/>
          </a:p>
        </p:txBody>
      </p:sp>
      <p:sp>
        <p:nvSpPr>
          <p:cNvPr id="5" name="Footer Placeholder 4">
            <a:extLst>
              <a:ext uri="{FF2B5EF4-FFF2-40B4-BE49-F238E27FC236}">
                <a16:creationId xmlns:a16="http://schemas.microsoft.com/office/drawing/2014/main" id="{73CDE54E-0770-F28C-4899-B7F3163F5519}"/>
              </a:ext>
            </a:extLst>
          </p:cNvPr>
          <p:cNvSpPr>
            <a:spLocks noGrp="1"/>
          </p:cNvSpPr>
          <p:nvPr>
            <p:ph type="ftr" sz="quarter" idx="11"/>
          </p:nvPr>
        </p:nvSpPr>
        <p:spPr>
          <a:xfrm>
            <a:off x="4808250" y="6517634"/>
            <a:ext cx="2572870" cy="274320"/>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5BD83A6C-32A2-21E2-ADEB-FCED625E4EEC}"/>
              </a:ext>
            </a:extLst>
          </p:cNvPr>
          <p:cNvSpPr>
            <a:spLocks noGrp="1"/>
          </p:cNvSpPr>
          <p:nvPr>
            <p:ph type="dt" sz="half" idx="10"/>
          </p:nvPr>
        </p:nvSpPr>
        <p:spPr>
          <a:xfrm>
            <a:off x="10622471" y="6517634"/>
            <a:ext cx="950260" cy="274320"/>
          </a:xfrm>
        </p:spPr>
        <p:txBody>
          <a:bodyPr anchor="ctr">
            <a:normAutofit/>
          </a:bodyPr>
          <a:lstStyle/>
          <a:p>
            <a:pPr>
              <a:spcAft>
                <a:spcPts val="600"/>
              </a:spcAft>
            </a:pPr>
            <a:r>
              <a:rPr lang="en-US"/>
              <a:t>20XX</a:t>
            </a:r>
          </a:p>
        </p:txBody>
      </p:sp>
      <p:pic>
        <p:nvPicPr>
          <p:cNvPr id="8" name="Picture 7">
            <a:extLst>
              <a:ext uri="{FF2B5EF4-FFF2-40B4-BE49-F238E27FC236}">
                <a16:creationId xmlns:a16="http://schemas.microsoft.com/office/drawing/2014/main" id="{45858E1C-E5E3-1370-5C33-32919490B727}"/>
              </a:ext>
            </a:extLst>
          </p:cNvPr>
          <p:cNvPicPr>
            <a:picLocks noChangeAspect="1"/>
          </p:cNvPicPr>
          <p:nvPr/>
        </p:nvPicPr>
        <p:blipFill>
          <a:blip r:embed="rId2"/>
          <a:stretch>
            <a:fillRect/>
          </a:stretch>
        </p:blipFill>
        <p:spPr>
          <a:xfrm>
            <a:off x="6226302" y="2836426"/>
            <a:ext cx="5048250" cy="1779508"/>
          </a:xfrm>
          <a:prstGeom prst="rect">
            <a:avLst/>
          </a:prstGeom>
          <a:noFill/>
        </p:spPr>
      </p:pic>
    </p:spTree>
    <p:extLst>
      <p:ext uri="{BB962C8B-B14F-4D97-AF65-F5344CB8AC3E}">
        <p14:creationId xmlns:p14="http://schemas.microsoft.com/office/powerpoint/2010/main" val="1198407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1DAE2-0ABF-C005-4DA7-DF61861FC2DA}"/>
              </a:ext>
            </a:extLst>
          </p:cNvPr>
          <p:cNvSpPr>
            <a:spLocks noGrp="1"/>
          </p:cNvSpPr>
          <p:nvPr>
            <p:ph type="title"/>
          </p:nvPr>
        </p:nvSpPr>
        <p:spPr>
          <a:xfrm>
            <a:off x="2013204" y="-9144"/>
            <a:ext cx="8165592" cy="969264"/>
          </a:xfrm>
        </p:spPr>
        <p:txBody>
          <a:bodyPr/>
          <a:lstStyle/>
          <a:p>
            <a:r>
              <a:rPr lang="en-US">
                <a:latin typeface="Times New Roman" panose="02020603050405020304" pitchFamily="18" charset="0"/>
                <a:cs typeface="Times New Roman" panose="02020603050405020304" pitchFamily="18" charset="0"/>
              </a:rPr>
              <a:t>Kết quả mô phỏng</a:t>
            </a:r>
          </a:p>
        </p:txBody>
      </p:sp>
      <p:sp>
        <p:nvSpPr>
          <p:cNvPr id="4" name="Slide Number Placeholder 3">
            <a:extLst>
              <a:ext uri="{FF2B5EF4-FFF2-40B4-BE49-F238E27FC236}">
                <a16:creationId xmlns:a16="http://schemas.microsoft.com/office/drawing/2014/main" id="{72464C9F-3138-2F73-54E2-028B631D0410}"/>
              </a:ext>
            </a:extLst>
          </p:cNvPr>
          <p:cNvSpPr>
            <a:spLocks noGrp="1"/>
          </p:cNvSpPr>
          <p:nvPr>
            <p:ph type="sldNum" sz="quarter" idx="12"/>
          </p:nvPr>
        </p:nvSpPr>
        <p:spPr/>
        <p:txBody>
          <a:bodyPr/>
          <a:lstStyle/>
          <a:p>
            <a:fld id="{84D792B7-0397-C047-AE12-1A03F7E3DC83}" type="slidenum">
              <a:rPr lang="en-US" smtClean="0"/>
              <a:t>27</a:t>
            </a:fld>
            <a:endParaRPr lang="en-US" dirty="0"/>
          </a:p>
        </p:txBody>
      </p:sp>
      <p:sp>
        <p:nvSpPr>
          <p:cNvPr id="5" name="Footer Placeholder 4">
            <a:extLst>
              <a:ext uri="{FF2B5EF4-FFF2-40B4-BE49-F238E27FC236}">
                <a16:creationId xmlns:a16="http://schemas.microsoft.com/office/drawing/2014/main" id="{CAECA928-82F3-4ED8-5C0D-D0441FA62627}"/>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2844F5D7-29CE-B77C-5DFC-E73F4EA95D46}"/>
              </a:ext>
            </a:extLst>
          </p:cNvPr>
          <p:cNvSpPr>
            <a:spLocks noGrp="1"/>
          </p:cNvSpPr>
          <p:nvPr>
            <p:ph type="dt" sz="half" idx="10"/>
          </p:nvPr>
        </p:nvSpPr>
        <p:spPr/>
        <p:txBody>
          <a:bodyPr/>
          <a:lstStyle/>
          <a:p>
            <a:r>
              <a:rPr lang="en-US"/>
              <a:t>20XX</a:t>
            </a:r>
            <a:endParaRPr lang="en-US" dirty="0"/>
          </a:p>
        </p:txBody>
      </p:sp>
      <p:pic>
        <p:nvPicPr>
          <p:cNvPr id="7" name="Content Placeholder 6" descr="A graph of different colored lines&#10;&#10;AI-generated content may be incorrect.">
            <a:extLst>
              <a:ext uri="{FF2B5EF4-FFF2-40B4-BE49-F238E27FC236}">
                <a16:creationId xmlns:a16="http://schemas.microsoft.com/office/drawing/2014/main" id="{BEA25350-230B-DB31-DA65-80641FCC0FFC}"/>
              </a:ext>
            </a:extLst>
          </p:cNvPr>
          <p:cNvPicPr>
            <a:picLocks noGrp="1" noChangeAspect="1"/>
          </p:cNvPicPr>
          <p:nvPr>
            <p:ph idx="1"/>
          </p:nvPr>
        </p:nvPicPr>
        <p:blipFill>
          <a:blip r:embed="rId2"/>
          <a:stretch>
            <a:fillRect/>
          </a:stretch>
        </p:blipFill>
        <p:spPr>
          <a:xfrm>
            <a:off x="978408" y="1823088"/>
            <a:ext cx="10287000" cy="4428546"/>
          </a:xfrm>
          <a:prstGeom prst="rect">
            <a:avLst/>
          </a:prstGeom>
        </p:spPr>
      </p:pic>
      <p:sp>
        <p:nvSpPr>
          <p:cNvPr id="8" name="TextBox 7">
            <a:extLst>
              <a:ext uri="{FF2B5EF4-FFF2-40B4-BE49-F238E27FC236}">
                <a16:creationId xmlns:a16="http://schemas.microsoft.com/office/drawing/2014/main" id="{8211F7B5-B77F-DE4B-DF1A-8B2EB248584C}"/>
              </a:ext>
            </a:extLst>
          </p:cNvPr>
          <p:cNvSpPr txBox="1"/>
          <p:nvPr/>
        </p:nvSpPr>
        <p:spPr>
          <a:xfrm>
            <a:off x="2200589" y="1024128"/>
            <a:ext cx="7646796" cy="584775"/>
          </a:xfrm>
          <a:prstGeom prst="rect">
            <a:avLst/>
          </a:prstGeom>
          <a:noFill/>
        </p:spPr>
        <p:txBody>
          <a:bodyPr wrap="square" rtlCol="0">
            <a:spAutoFit/>
          </a:bodyPr>
          <a:lstStyle/>
          <a:p>
            <a:pPr algn="ctr"/>
            <a:r>
              <a:rPr lang="en-US" sz="3200">
                <a:latin typeface="Times New Roman" panose="02020603050405020304" pitchFamily="18" charset="0"/>
                <a:cs typeface="Times New Roman" panose="02020603050405020304" pitchFamily="18" charset="0"/>
              </a:rPr>
              <a:t>Biểu đồ</a:t>
            </a:r>
          </a:p>
        </p:txBody>
      </p:sp>
    </p:spTree>
    <p:extLst>
      <p:ext uri="{BB962C8B-B14F-4D97-AF65-F5344CB8AC3E}">
        <p14:creationId xmlns:p14="http://schemas.microsoft.com/office/powerpoint/2010/main" val="32811128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EE83-EDA2-6008-69C6-07FDAC0A63FE}"/>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Kết quả mô phỏng</a:t>
            </a:r>
          </a:p>
        </p:txBody>
      </p:sp>
      <p:sp>
        <p:nvSpPr>
          <p:cNvPr id="4" name="Slide Number Placeholder 3">
            <a:extLst>
              <a:ext uri="{FF2B5EF4-FFF2-40B4-BE49-F238E27FC236}">
                <a16:creationId xmlns:a16="http://schemas.microsoft.com/office/drawing/2014/main" id="{F5A3960E-FDF6-CE2E-8BBF-71F11BC1AAE5}"/>
              </a:ext>
            </a:extLst>
          </p:cNvPr>
          <p:cNvSpPr>
            <a:spLocks noGrp="1"/>
          </p:cNvSpPr>
          <p:nvPr>
            <p:ph type="sldNum" sz="quarter" idx="12"/>
          </p:nvPr>
        </p:nvSpPr>
        <p:spPr/>
        <p:txBody>
          <a:bodyPr/>
          <a:lstStyle/>
          <a:p>
            <a:fld id="{84D792B7-0397-C047-AE12-1A03F7E3DC83}" type="slidenum">
              <a:rPr lang="en-US" smtClean="0"/>
              <a:t>28</a:t>
            </a:fld>
            <a:endParaRPr lang="en-US" dirty="0"/>
          </a:p>
        </p:txBody>
      </p:sp>
      <p:sp>
        <p:nvSpPr>
          <p:cNvPr id="5" name="Footer Placeholder 4">
            <a:extLst>
              <a:ext uri="{FF2B5EF4-FFF2-40B4-BE49-F238E27FC236}">
                <a16:creationId xmlns:a16="http://schemas.microsoft.com/office/drawing/2014/main" id="{DAF570E4-7243-B0E9-1CFC-68587AAD8C8D}"/>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9ED40BB6-AFF4-20A9-328A-E91898B97040}"/>
              </a:ext>
            </a:extLst>
          </p:cNvPr>
          <p:cNvSpPr>
            <a:spLocks noGrp="1"/>
          </p:cNvSpPr>
          <p:nvPr>
            <p:ph type="dt" sz="half" idx="10"/>
          </p:nvPr>
        </p:nvSpPr>
        <p:spPr/>
        <p:txBody>
          <a:bodyPr/>
          <a:lstStyle/>
          <a:p>
            <a:r>
              <a:rPr lang="en-US"/>
              <a:t>20XX</a:t>
            </a:r>
            <a:endParaRPr lang="en-US" dirty="0"/>
          </a:p>
        </p:txBody>
      </p:sp>
      <p:pic>
        <p:nvPicPr>
          <p:cNvPr id="7" name="Content Placeholder 6" descr="A screenshot of a computer screen&#10;&#10;AI-generated content may be incorrect.">
            <a:extLst>
              <a:ext uri="{FF2B5EF4-FFF2-40B4-BE49-F238E27FC236}">
                <a16:creationId xmlns:a16="http://schemas.microsoft.com/office/drawing/2014/main" id="{136CEBE6-F746-081C-64C3-A8E53FC3BAE5}"/>
              </a:ext>
            </a:extLst>
          </p:cNvPr>
          <p:cNvPicPr>
            <a:picLocks noGrp="1" noChangeAspect="1"/>
          </p:cNvPicPr>
          <p:nvPr>
            <p:ph idx="1"/>
          </p:nvPr>
        </p:nvPicPr>
        <p:blipFill>
          <a:blip r:embed="rId2"/>
          <a:stretch>
            <a:fillRect/>
          </a:stretch>
        </p:blipFill>
        <p:spPr>
          <a:xfrm>
            <a:off x="753441" y="1114405"/>
            <a:ext cx="4791744" cy="3019846"/>
          </a:xfrm>
          <a:prstGeom prst="rect">
            <a:avLst/>
          </a:prstGeom>
        </p:spPr>
      </p:pic>
      <p:pic>
        <p:nvPicPr>
          <p:cNvPr id="8" name="Picture 7" descr="A screenshot of a computer screen&#10;&#10;AI-generated content may be incorrect.">
            <a:extLst>
              <a:ext uri="{FF2B5EF4-FFF2-40B4-BE49-F238E27FC236}">
                <a16:creationId xmlns:a16="http://schemas.microsoft.com/office/drawing/2014/main" id="{352649E1-D2FD-2A72-C6A4-EE6F5FCA441F}"/>
              </a:ext>
            </a:extLst>
          </p:cNvPr>
          <p:cNvPicPr>
            <a:picLocks noChangeAspect="1"/>
          </p:cNvPicPr>
          <p:nvPr/>
        </p:nvPicPr>
        <p:blipFill>
          <a:blip r:embed="rId3"/>
          <a:stretch>
            <a:fillRect/>
          </a:stretch>
        </p:blipFill>
        <p:spPr>
          <a:xfrm>
            <a:off x="6995160" y="1121363"/>
            <a:ext cx="3291840" cy="1525270"/>
          </a:xfrm>
          <a:prstGeom prst="rect">
            <a:avLst/>
          </a:prstGeom>
        </p:spPr>
      </p:pic>
      <p:sp>
        <p:nvSpPr>
          <p:cNvPr id="9" name="TextBox 8">
            <a:extLst>
              <a:ext uri="{FF2B5EF4-FFF2-40B4-BE49-F238E27FC236}">
                <a16:creationId xmlns:a16="http://schemas.microsoft.com/office/drawing/2014/main" id="{B4A9C6F2-882E-9EA2-1A4C-7A0DCCFBE328}"/>
              </a:ext>
            </a:extLst>
          </p:cNvPr>
          <p:cNvSpPr txBox="1"/>
          <p:nvPr/>
        </p:nvSpPr>
        <p:spPr>
          <a:xfrm>
            <a:off x="6094685" y="2733152"/>
            <a:ext cx="5478046" cy="2951064"/>
          </a:xfrm>
          <a:prstGeom prst="rect">
            <a:avLst/>
          </a:prstGeom>
          <a:noFill/>
        </p:spPr>
        <p:txBody>
          <a:bodyPr wrap="square" rtlCol="0">
            <a:spAutoFit/>
          </a:bodyPr>
          <a:lstStyle/>
          <a:p>
            <a:pPr>
              <a:lnSpc>
                <a:spcPct val="150000"/>
              </a:lnSpc>
            </a:pPr>
            <a:r>
              <a:rPr lang="vi-VN">
                <a:latin typeface="Times New Roman" panose="02020603050405020304" pitchFamily="18" charset="0"/>
                <a:cs typeface="Times New Roman" panose="02020603050405020304" pitchFamily="18" charset="0"/>
              </a:rPr>
              <a:t>Mô hình đạt độ chính xác trung bình khoảng 56%, cho thấy Transfer Learning với MobileNetV2 giúp cải thiện khả năng học và tổng quát hóa so với CNN tự xây dựng. Mô hình phân loại tốt các cảm xúc phổ biến như Happy và Surprise, nhưng vẫn gặp khó khăn với các cảm xúc có đặc trưng mờ như Fear và Sad, thường bị nhầm với Neutral hoặc Happy do precision và recall thấp.</a:t>
            </a:r>
            <a:endParaRPr lang="en-US">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44462B7-440B-1DD7-7EB3-A5EE6298AB95}"/>
              </a:ext>
            </a:extLst>
          </p:cNvPr>
          <p:cNvSpPr txBox="1"/>
          <p:nvPr/>
        </p:nvSpPr>
        <p:spPr>
          <a:xfrm>
            <a:off x="1091769" y="4224528"/>
            <a:ext cx="4705527" cy="2120068"/>
          </a:xfrm>
          <a:prstGeom prst="rect">
            <a:avLst/>
          </a:prstGeom>
          <a:noFill/>
        </p:spPr>
        <p:txBody>
          <a:bodyPr wrap="square" rtlCol="0">
            <a:spAutoFit/>
          </a:bodyPr>
          <a:lstStyle/>
          <a:p>
            <a:pPr>
              <a:lnSpc>
                <a:spcPct val="150000"/>
              </a:lnSpc>
            </a:pPr>
            <a:r>
              <a:rPr lang="en-US">
                <a:latin typeface="Times New Roman" panose="02020603050405020304" pitchFamily="18" charset="0"/>
                <a:cs typeface="Times New Roman" panose="02020603050405020304" pitchFamily="18" charset="0"/>
              </a:rPr>
              <a:t>Điều này xuất phát từ đặc điểm của tập dữ liệu FER2013: ảnh grayscale 48×48 có chất lượng thấp, đồng thời sự mất cân bằng số lượng giữa các lớp (Disgust rất ít, Happy nhiều) làm mô hình bị lệch trong quá trình học.</a:t>
            </a:r>
          </a:p>
        </p:txBody>
      </p:sp>
    </p:spTree>
    <p:extLst>
      <p:ext uri="{BB962C8B-B14F-4D97-AF65-F5344CB8AC3E}">
        <p14:creationId xmlns:p14="http://schemas.microsoft.com/office/powerpoint/2010/main" val="1012768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BAC85-A859-F842-AF1E-4D1A9C02829A}"/>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Kết quả mô phỏng</a:t>
            </a:r>
          </a:p>
        </p:txBody>
      </p:sp>
      <p:pic>
        <p:nvPicPr>
          <p:cNvPr id="8" name="Content Placeholder 7">
            <a:extLst>
              <a:ext uri="{FF2B5EF4-FFF2-40B4-BE49-F238E27FC236}">
                <a16:creationId xmlns:a16="http://schemas.microsoft.com/office/drawing/2014/main" id="{50C0C10A-B64A-5EE4-6AA4-9BB13627F5B0}"/>
              </a:ext>
            </a:extLst>
          </p:cNvPr>
          <p:cNvPicPr>
            <a:picLocks noGrp="1" noChangeAspect="1"/>
          </p:cNvPicPr>
          <p:nvPr>
            <p:ph idx="1"/>
          </p:nvPr>
        </p:nvPicPr>
        <p:blipFill>
          <a:blip r:embed="rId2"/>
          <a:stretch>
            <a:fillRect/>
          </a:stretch>
        </p:blipFill>
        <p:spPr>
          <a:xfrm>
            <a:off x="6017311" y="1489643"/>
            <a:ext cx="4873193" cy="4562475"/>
          </a:xfrm>
          <a:prstGeom prst="rect">
            <a:avLst/>
          </a:prstGeom>
        </p:spPr>
      </p:pic>
      <p:sp>
        <p:nvSpPr>
          <p:cNvPr id="4" name="Slide Number Placeholder 3">
            <a:extLst>
              <a:ext uri="{FF2B5EF4-FFF2-40B4-BE49-F238E27FC236}">
                <a16:creationId xmlns:a16="http://schemas.microsoft.com/office/drawing/2014/main" id="{8D4EEBC5-51EE-AA03-AA33-982B82ACE8CE}"/>
              </a:ext>
            </a:extLst>
          </p:cNvPr>
          <p:cNvSpPr>
            <a:spLocks noGrp="1"/>
          </p:cNvSpPr>
          <p:nvPr>
            <p:ph type="sldNum" sz="quarter" idx="12"/>
          </p:nvPr>
        </p:nvSpPr>
        <p:spPr/>
        <p:txBody>
          <a:bodyPr/>
          <a:lstStyle/>
          <a:p>
            <a:fld id="{84D792B7-0397-C047-AE12-1A03F7E3DC83}" type="slidenum">
              <a:rPr lang="en-US" smtClean="0"/>
              <a:t>29</a:t>
            </a:fld>
            <a:endParaRPr lang="en-US" dirty="0"/>
          </a:p>
        </p:txBody>
      </p:sp>
      <p:sp>
        <p:nvSpPr>
          <p:cNvPr id="5" name="Footer Placeholder 4">
            <a:extLst>
              <a:ext uri="{FF2B5EF4-FFF2-40B4-BE49-F238E27FC236}">
                <a16:creationId xmlns:a16="http://schemas.microsoft.com/office/drawing/2014/main" id="{784825C2-828C-F235-6F7A-F1AC572BFD25}"/>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BC9F5EFE-747E-287A-F430-A3499D4147D6}"/>
              </a:ext>
            </a:extLst>
          </p:cNvPr>
          <p:cNvSpPr>
            <a:spLocks noGrp="1"/>
          </p:cNvSpPr>
          <p:nvPr>
            <p:ph type="dt" sz="half" idx="10"/>
          </p:nvPr>
        </p:nvSpPr>
        <p:spPr/>
        <p:txBody>
          <a:bodyPr/>
          <a:lstStyle/>
          <a:p>
            <a:r>
              <a:rPr lang="en-US"/>
              <a:t>20XX</a:t>
            </a:r>
            <a:endParaRPr lang="en-US" dirty="0"/>
          </a:p>
        </p:txBody>
      </p:sp>
      <p:sp>
        <p:nvSpPr>
          <p:cNvPr id="9" name="TextBox 8">
            <a:extLst>
              <a:ext uri="{FF2B5EF4-FFF2-40B4-BE49-F238E27FC236}">
                <a16:creationId xmlns:a16="http://schemas.microsoft.com/office/drawing/2014/main" id="{37F6EF94-2C0D-4306-F166-25D74B6A57F2}"/>
              </a:ext>
            </a:extLst>
          </p:cNvPr>
          <p:cNvSpPr txBox="1"/>
          <p:nvPr/>
        </p:nvSpPr>
        <p:spPr>
          <a:xfrm>
            <a:off x="616640" y="1386673"/>
            <a:ext cx="5201356" cy="2538580"/>
          </a:xfrm>
          <a:prstGeom prst="rect">
            <a:avLst/>
          </a:prstGeom>
          <a:noFill/>
        </p:spPr>
        <p:txBody>
          <a:bodyPr wrap="square" rtlCol="0">
            <a:spAutoFit/>
          </a:bodyPr>
          <a:lstStyle/>
          <a:p>
            <a:pPr>
              <a:lnSpc>
                <a:spcPct val="150000"/>
              </a:lnSpc>
            </a:pPr>
            <a:r>
              <a:rPr lang="en-US">
                <a:latin typeface="Times New Roman" panose="02020603050405020304" pitchFamily="18" charset="0"/>
                <a:cs typeface="Times New Roman" panose="02020603050405020304" pitchFamily="18" charset="0"/>
              </a:rPr>
              <a:t>Mặc dù còn hạn chế, kết quả thực nghiệm đã chứng minh rằng mô hình có khả năng phân loại cảm xúc ở mức chấp nhận được và có thể hoạt động trong các ứng dụng realtime khi kết hợp với OpenCV (nhận diện khuôn mặt từ webcam).</a:t>
            </a:r>
          </a:p>
          <a:p>
            <a:pPr>
              <a:lnSpc>
                <a:spcPct val="150000"/>
              </a:lnSpc>
            </a:pPr>
            <a:endParaRPr lang="en-US"/>
          </a:p>
        </p:txBody>
      </p:sp>
    </p:spTree>
    <p:extLst>
      <p:ext uri="{BB962C8B-B14F-4D97-AF65-F5344CB8AC3E}">
        <p14:creationId xmlns:p14="http://schemas.microsoft.com/office/powerpoint/2010/main" val="2659429825"/>
      </p:ext>
    </p:extLst>
  </p:cSld>
  <p:clrMapOvr>
    <a:masterClrMapping/>
  </p:clrMapOvr>
</p:sld>
</file>

<file path=ppt/theme/theme1.xml><?xml version="1.0" encoding="utf-8"?>
<a:theme xmlns:a="http://schemas.openxmlformats.org/drawingml/2006/main" name="Office Theme">
  <a:themeElements>
    <a:clrScheme name="Custom 33">
      <a:dk1>
        <a:srgbClr val="000000"/>
      </a:dk1>
      <a:lt1>
        <a:srgbClr val="FFFFFF"/>
      </a:lt1>
      <a:dk2>
        <a:srgbClr val="59512B"/>
      </a:dk2>
      <a:lt2>
        <a:srgbClr val="E7E4E6"/>
      </a:lt2>
      <a:accent1>
        <a:srgbClr val="F8F4EC"/>
      </a:accent1>
      <a:accent2>
        <a:srgbClr val="474134"/>
      </a:accent2>
      <a:accent3>
        <a:srgbClr val="E5E0D8"/>
      </a:accent3>
      <a:accent4>
        <a:srgbClr val="B6A592"/>
      </a:accent4>
      <a:accent5>
        <a:srgbClr val="F4F0ED"/>
      </a:accent5>
      <a:accent6>
        <a:srgbClr val="CEC5A7"/>
      </a:accent6>
      <a:hlink>
        <a:srgbClr val="827D57"/>
      </a:hlink>
      <a:folHlink>
        <a:srgbClr val="867052"/>
      </a:folHlink>
    </a:clrScheme>
    <a:fontScheme name="Custom 31">
      <a:majorFont>
        <a:latin typeface="Felix Titl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y-Design-Berlin-Presentation_Win32_SW_v11" id="{A1E1012F-E9F8-4F40-92C8-C50A5DD6BDB3}" vid="{84DD5023-C7E9-4B03-B2A5-92320E38EF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9B373E-6FDE-4773-A0C6-CDA9846E30C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BB8FCA9-2C7D-45A4-87C8-02C272E9F4DD}">
  <ds:schemaRefs>
    <ds:schemaRef ds:uri="http://schemas.microsoft.com/sharepoint/v3/contenttype/forms"/>
  </ds:schemaRefs>
</ds:datastoreItem>
</file>

<file path=customXml/itemProps3.xml><?xml version="1.0" encoding="utf-8"?>
<ds:datastoreItem xmlns:ds="http://schemas.openxmlformats.org/officeDocument/2006/customXml" ds:itemID="{9C741A42-9646-4B63-A6BC-7DA2EE5F87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City design</Template>
  <TotalTime>111</TotalTime>
  <Words>3217</Words>
  <Application>Microsoft Office PowerPoint</Application>
  <PresentationFormat>Widescreen</PresentationFormat>
  <Paragraphs>289</Paragraphs>
  <Slides>29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Avenir Next LT Pro</vt:lpstr>
      <vt:lpstr>Calibri</vt:lpstr>
      <vt:lpstr>Felix Titling</vt:lpstr>
      <vt:lpstr>Gill Sans Nova Light</vt:lpstr>
      <vt:lpstr>Times New Roman</vt:lpstr>
      <vt:lpstr>Wingdings</vt:lpstr>
      <vt:lpstr>Office Theme</vt:lpstr>
      <vt:lpstr>BÁO CÁO CUỐI KÌ  THỊ GIÁC MÁY TÍNH  </vt:lpstr>
      <vt:lpstr>Nội dung chính của buổi báo cáo </vt:lpstr>
      <vt:lpstr>PHẦN I – LÝ THUYẾT </vt:lpstr>
      <vt:lpstr>1. Các khái niệm cốt lõi của Deep Learning </vt:lpstr>
      <vt:lpstr>1. Các khái niệm cốt lõi của Deep Learning </vt:lpstr>
      <vt:lpstr>2. Quy trình huấn luyện Neural Network </vt:lpstr>
      <vt:lpstr>2. Quy trình huấn luyện Neural Network </vt:lpstr>
      <vt:lpstr>3. Thuật toán tối ưu hóa </vt:lpstr>
      <vt:lpstr>4. Ứng dụng Deep Learning </vt:lpstr>
      <vt:lpstr>5. Các vấn đề triển khai thực tế </vt:lpstr>
      <vt:lpstr>PHẦN II – Thực hành </vt:lpstr>
      <vt:lpstr>1. Giới thiệu OPENCV VÀ DL </vt:lpstr>
      <vt:lpstr>2. OpenCV Core: Xử lý ảnh cơ bản </vt:lpstr>
      <vt:lpstr>Ví dụ minh họa </vt:lpstr>
      <vt:lpstr>Kết Quả  </vt:lpstr>
      <vt:lpstr>3. OpenCV với Deep Learning (Module DNN) </vt:lpstr>
      <vt:lpstr>Ví dụ minh họa </vt:lpstr>
      <vt:lpstr>Thực hành </vt:lpstr>
      <vt:lpstr>Thực hành </vt:lpstr>
      <vt:lpstr>Chi tiết code thực hành</vt:lpstr>
      <vt:lpstr>Chi tiết code thực hành</vt:lpstr>
      <vt:lpstr>Chi tiết code thực hành</vt:lpstr>
      <vt:lpstr>Chi tiết code thực hành</vt:lpstr>
      <vt:lpstr>Chi tiết code thực hành</vt:lpstr>
      <vt:lpstr>Chi tiết code thực hành</vt:lpstr>
      <vt:lpstr>Chi tiết code thực hành</vt:lpstr>
      <vt:lpstr>Kết quả mô phỏng</vt:lpstr>
      <vt:lpstr>Kết quả mô phỏng</vt:lpstr>
      <vt:lpstr>Kết quả mô phỏng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mạnh</dc:creator>
  <cp:lastModifiedBy>le mạnh</cp:lastModifiedBy>
  <cp:revision>5</cp:revision>
  <dcterms:created xsi:type="dcterms:W3CDTF">2025-10-08T00:19:49Z</dcterms:created>
  <dcterms:modified xsi:type="dcterms:W3CDTF">2025-10-08T09:34:08Z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